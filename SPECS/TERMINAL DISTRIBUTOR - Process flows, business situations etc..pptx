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4056" r:id="rId4"/>
    <p:sldMasterId id="2147484116" r:id="rId5"/>
    <p:sldMasterId id="2147484126" r:id="rId6"/>
  </p:sldMasterIdLst>
  <p:notesMasterIdLst>
    <p:notesMasterId r:id="rId33"/>
  </p:notesMasterIdLst>
  <p:handoutMasterIdLst>
    <p:handoutMasterId r:id="rId34"/>
  </p:handoutMasterIdLst>
  <p:sldIdLst>
    <p:sldId id="291" r:id="rId7"/>
    <p:sldId id="300" r:id="rId8"/>
    <p:sldId id="305" r:id="rId9"/>
    <p:sldId id="2147482942" r:id="rId10"/>
    <p:sldId id="2147482909" r:id="rId11"/>
    <p:sldId id="306" r:id="rId12"/>
    <p:sldId id="315" r:id="rId13"/>
    <p:sldId id="307" r:id="rId14"/>
    <p:sldId id="297" r:id="rId15"/>
    <p:sldId id="328" r:id="rId16"/>
    <p:sldId id="316" r:id="rId17"/>
    <p:sldId id="2147482911" r:id="rId18"/>
    <p:sldId id="2147482912" r:id="rId19"/>
    <p:sldId id="2147482913" r:id="rId20"/>
    <p:sldId id="2147482929" r:id="rId21"/>
    <p:sldId id="2147482931" r:id="rId22"/>
    <p:sldId id="2147482932" r:id="rId23"/>
    <p:sldId id="2147482933" r:id="rId24"/>
    <p:sldId id="2147482934" r:id="rId25"/>
    <p:sldId id="2147482935" r:id="rId26"/>
    <p:sldId id="2147482936" r:id="rId27"/>
    <p:sldId id="2147482937" r:id="rId28"/>
    <p:sldId id="2147482938" r:id="rId29"/>
    <p:sldId id="2147482939" r:id="rId30"/>
    <p:sldId id="2147482940" r:id="rId31"/>
    <p:sldId id="2147482941" r:id="rId32"/>
  </p:sldIdLst>
  <p:sldSz cx="14630400" cy="8229600"/>
  <p:notesSz cx="10018713" cy="688975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05" userDrawn="1">
          <p15:clr>
            <a:srgbClr val="A4A3A4"/>
          </p15:clr>
        </p15:guide>
        <p15:guide id="2" orient="horz" pos="901" userDrawn="1">
          <p15:clr>
            <a:srgbClr val="A4A3A4"/>
          </p15:clr>
        </p15:guide>
        <p15:guide id="3" orient="horz" pos="2621" userDrawn="1">
          <p15:clr>
            <a:srgbClr val="A4A3A4"/>
          </p15:clr>
        </p15:guide>
        <p15:guide id="4" orient="horz" pos="4752" userDrawn="1">
          <p15:clr>
            <a:srgbClr val="A4A3A4"/>
          </p15:clr>
        </p15:guide>
        <p15:guide id="5" orient="horz" pos="5098" userDrawn="1">
          <p15:clr>
            <a:srgbClr val="A4A3A4"/>
          </p15:clr>
        </p15:guide>
        <p15:guide id="6" orient="horz" pos="2131" userDrawn="1">
          <p15:clr>
            <a:srgbClr val="A4A3A4"/>
          </p15:clr>
        </p15:guide>
        <p15:guide id="7" orient="horz" pos="643" userDrawn="1">
          <p15:clr>
            <a:srgbClr val="A4A3A4"/>
          </p15:clr>
        </p15:guide>
        <p15:guide id="8" orient="horz" pos="115" userDrawn="1">
          <p15:clr>
            <a:srgbClr val="A4A3A4"/>
          </p15:clr>
        </p15:guide>
        <p15:guide id="9" orient="horz" pos="3658" userDrawn="1">
          <p15:clr>
            <a:srgbClr val="A4A3A4"/>
          </p15:clr>
        </p15:guide>
        <p15:guide id="10" pos="4608" userDrawn="1">
          <p15:clr>
            <a:srgbClr val="A4A3A4"/>
          </p15:clr>
        </p15:guide>
        <p15:guide id="11" pos="206" userDrawn="1">
          <p15:clr>
            <a:srgbClr val="A4A3A4"/>
          </p15:clr>
        </p15:guide>
        <p15:guide id="12" pos="8352" userDrawn="1">
          <p15:clr>
            <a:srgbClr val="A4A3A4"/>
          </p15:clr>
        </p15:guide>
        <p15:guide id="13" pos="4487" userDrawn="1">
          <p15:clr>
            <a:srgbClr val="A4A3A4"/>
          </p15:clr>
        </p15:guide>
        <p15:guide id="14" pos="4752" userDrawn="1">
          <p15:clr>
            <a:srgbClr val="A4A3A4"/>
          </p15:clr>
        </p15:guide>
        <p15:guide id="15" pos="3514" userDrawn="1">
          <p15:clr>
            <a:srgbClr val="A4A3A4"/>
          </p15:clr>
        </p15:guide>
        <p15:guide id="16" pos="1632" userDrawn="1">
          <p15:clr>
            <a:srgbClr val="A4A3A4"/>
          </p15:clr>
        </p15:guide>
        <p15:guide id="17" orient="horz" pos="3110" userDrawn="1">
          <p15:clr>
            <a:srgbClr val="A4A3A4"/>
          </p15:clr>
        </p15:guide>
        <p15:guide id="18" orient="horz" pos="5011" userDrawn="1">
          <p15:clr>
            <a:srgbClr val="A4A3A4"/>
          </p15:clr>
        </p15:guide>
        <p15:guide id="19" orient="horz" pos="3629" userDrawn="1">
          <p15:clr>
            <a:srgbClr val="A4A3A4"/>
          </p15:clr>
        </p15:guide>
        <p15:guide id="20" pos="634" userDrawn="1">
          <p15:clr>
            <a:srgbClr val="A4A3A4"/>
          </p15:clr>
        </p15:guide>
        <p15:guide id="21" pos="4781" userDrawn="1">
          <p15:clr>
            <a:srgbClr val="A4A3A4"/>
          </p15:clr>
        </p15:guide>
        <p15:guide id="22" pos="461" userDrawn="1">
          <p15:clr>
            <a:srgbClr val="A4A3A4"/>
          </p15:clr>
        </p15:guide>
        <p15:guide id="23" pos="7920" userDrawn="1">
          <p15:clr>
            <a:srgbClr val="A4A3A4"/>
          </p15:clr>
        </p15:guide>
      </p15:sldGuideLst>
    </p:ext>
    <p:ext uri="{2D200454-40CA-4A62-9FC3-DE9A4176ACB9}">
      <p15:notesGuideLst xmlns:p15="http://schemas.microsoft.com/office/powerpoint/2012/main">
        <p15:guide id="1" orient="horz" pos="2195" userDrawn="1">
          <p15:clr>
            <a:srgbClr val="A4A3A4"/>
          </p15:clr>
        </p15:guide>
        <p15:guide id="2" pos="3202" userDrawn="1">
          <p15:clr>
            <a:srgbClr val="A4A3A4"/>
          </p15:clr>
        </p15:guide>
        <p15:guide id="3" orient="horz" pos="2171" userDrawn="1">
          <p15:clr>
            <a:srgbClr val="A4A3A4"/>
          </p15:clr>
        </p15:guide>
        <p15:guide id="4" pos="3154" userDrawn="1">
          <p15:clr>
            <a:srgbClr val="A4A3A4"/>
          </p15:clr>
        </p15:guide>
        <p15:guide id="5" orient="horz" pos="2219" userDrawn="1">
          <p15:clr>
            <a:srgbClr val="A4A3A4"/>
          </p15:clr>
        </p15:guide>
        <p15:guide id="6" pos="3251" userDrawn="1">
          <p15:clr>
            <a:srgbClr val="A4A3A4"/>
          </p15:clr>
        </p15:guide>
        <p15:guide id="7" orient="horz" pos="2199" userDrawn="1">
          <p15:clr>
            <a:srgbClr val="A4A3A4"/>
          </p15:clr>
        </p15:guide>
        <p15:guide id="8" orient="horz" pos="2175" userDrawn="1">
          <p15:clr>
            <a:srgbClr val="A4A3A4"/>
          </p15:clr>
        </p15:guide>
        <p15:guide id="9" orient="horz" pos="2223" userDrawn="1">
          <p15:clr>
            <a:srgbClr val="A4A3A4"/>
          </p15:clr>
        </p15:guide>
        <p15:guide id="10" pos="3180" userDrawn="1">
          <p15:clr>
            <a:srgbClr val="A4A3A4"/>
          </p15:clr>
        </p15:guide>
        <p15:guide id="11" pos="3133" userDrawn="1">
          <p15:clr>
            <a:srgbClr val="A4A3A4"/>
          </p15:clr>
        </p15:guide>
        <p15:guide id="12" pos="3229" userDrawn="1">
          <p15:clr>
            <a:srgbClr val="A4A3A4"/>
          </p15:clr>
        </p15:guide>
        <p15:guide id="13" orient="horz" pos="2167" userDrawn="1">
          <p15:clr>
            <a:srgbClr val="A4A3A4"/>
          </p15:clr>
        </p15:guide>
        <p15:guide id="14" orient="horz" pos="2143" userDrawn="1">
          <p15:clr>
            <a:srgbClr val="A4A3A4"/>
          </p15:clr>
        </p15:guide>
        <p15:guide id="15" orient="horz" pos="2191" userDrawn="1">
          <p15:clr>
            <a:srgbClr val="A4A3A4"/>
          </p15:clr>
        </p15:guide>
        <p15:guide id="16" orient="horz" pos="2147" userDrawn="1">
          <p15:clr>
            <a:srgbClr val="A4A3A4"/>
          </p15:clr>
        </p15:guide>
        <p15:guide id="17" pos="3176" userDrawn="1">
          <p15:clr>
            <a:srgbClr val="A4A3A4"/>
          </p15:clr>
        </p15:guide>
        <p15:guide id="18" pos="3128" userDrawn="1">
          <p15:clr>
            <a:srgbClr val="A4A3A4"/>
          </p15:clr>
        </p15:guide>
        <p15:guide id="19" pos="3224" userDrawn="1">
          <p15:clr>
            <a:srgbClr val="A4A3A4"/>
          </p15:clr>
        </p15:guide>
        <p15:guide id="20" pos="3107" userDrawn="1">
          <p15:clr>
            <a:srgbClr val="A4A3A4"/>
          </p15:clr>
        </p15:guide>
        <p15:guide id="21" pos="320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6C7E38-CD95-5937-7DA7-0F2DA77EB166}" name="Adam Henry" initials="AH" userId="S::adam.henry@e2open.com::6cad31c8-18c4-4521-b21a-7c17421ffb99" providerId="AD"/>
  <p188:author id="{FD830451-468A-AAC1-1695-8E82855CEDB7}" name="Ernst Hoefer" initials="" userId="S::ernst.hoefer@e2open.com::dfb5c1ad-f443-4ec7-8013-2ebe211ce862" providerId="AD"/>
  <p188:author id="{E8E87D57-0748-995E-169B-B49A16322BC7}" name="Andy Gale" initials="AG" userId="S::andy.gale@e2open.com::c52a8258-7ff7-4298-937f-4e02f0d5dd0a" providerId="AD"/>
  <p188:author id="{13494A5C-03FB-2C97-9894-091F8C1D5D4F}" name="Doru Gardan" initials="" userId="S::doru.gardan@e2open.com::7062f1d0-ffd9-4952-9092-ce51b612c1b5" providerId="AD"/>
  <p188:author id="{B48A9360-8551-C230-3B44-CC874F325FD0}" name="Jakub Ctvrtnicek" initials="" userId="S::jakub.ctvrtnicek@wisetechglobal.com::99c3ccad-6d0c-4589-84ba-e0c00e58ef9a" providerId="AD"/>
  <p188:author id="{715BD998-3C37-A71D-5D2B-45434E74B3A7}" name="Jakub Ctvrtnicek" initials="JC" userId="S::jakub.ctvrtnicek@e2open.com::802512ff-5483-4923-8ddc-d0b6f3ce34d8" providerId="AD"/>
  <p188:author id="{ACCB1DA0-7D1C-5287-DA3E-67FC68DB4442}" name="Heloise Szabo" initials="HS" userId="S::heloise.szabo@e2open.com::825004d0-2161-4187-a047-6344f83ee474" providerId="AD"/>
  <p188:author id="{1095CFB9-D2E9-4695-937B-AA7505928A96}" name="Andreas Brock" initials="AB" userId="S::andreas.brock@e2open.com::7ed409fc-3116-424d-a528-8a02f1bff911" providerId="AD"/>
  <p188:author id="{08B4FFEF-9464-E47B-C590-83AFE991F245}" name="Ernst Hoefer" initials="EH" userId="S::ernst.hoefer@wisetechglobal.com::d1aa85c5-19df-46c2-a6db-b671d81d8ab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yan McAbee" initials="RM" lastIdx="84" clrIdx="0">
    <p:extLst>
      <p:ext uri="{19B8F6BF-5375-455C-9EA6-DF929625EA0E}">
        <p15:presenceInfo xmlns:p15="http://schemas.microsoft.com/office/powerpoint/2012/main" userId="S::ryan.mcabee@e2open.com::9832ee26-ae21-449b-99f4-5d9dbae3774e" providerId="AD"/>
      </p:ext>
    </p:extLst>
  </p:cmAuthor>
  <p:cmAuthor id="2" name="Gordon Fischer" initials="GF" lastIdx="1" clrIdx="1">
    <p:extLst>
      <p:ext uri="{19B8F6BF-5375-455C-9EA6-DF929625EA0E}">
        <p15:presenceInfo xmlns:p15="http://schemas.microsoft.com/office/powerpoint/2012/main" userId="S::gordon.fischer@e2open.com::c1fd52ef-5a59-4a82-ab36-a536299a2edc" providerId="AD"/>
      </p:ext>
    </p:extLst>
  </p:cmAuthor>
  <p:cmAuthor id="3" name="Priti Jain" initials="PJ" lastIdx="2" clrIdx="2">
    <p:extLst>
      <p:ext uri="{19B8F6BF-5375-455C-9EA6-DF929625EA0E}">
        <p15:presenceInfo xmlns:p15="http://schemas.microsoft.com/office/powerpoint/2012/main" userId="S::priti.jain@e2open.com::9b080f14-78dc-478f-8699-a315c878a57c" providerId="AD"/>
      </p:ext>
    </p:extLst>
  </p:cmAuthor>
  <p:cmAuthor id="4" name="Krafft Boerner" initials="KB" lastIdx="18" clrIdx="3">
    <p:extLst>
      <p:ext uri="{19B8F6BF-5375-455C-9EA6-DF929625EA0E}">
        <p15:presenceInfo xmlns:p15="http://schemas.microsoft.com/office/powerpoint/2012/main" userId="S::krafft.boerner@e2open.com::f5d649af-569c-4407-9dd1-24f9db0b63de" providerId="AD"/>
      </p:ext>
    </p:extLst>
  </p:cmAuthor>
  <p:cmAuthor id="5" name="Steve LaMantia" initials="SL" lastIdx="12" clrIdx="4">
    <p:extLst>
      <p:ext uri="{19B8F6BF-5375-455C-9EA6-DF929625EA0E}">
        <p15:presenceInfo xmlns:p15="http://schemas.microsoft.com/office/powerpoint/2012/main" userId="S::steve.lamantia@e2open.com::74c1cb44-c2e0-435c-b5f8-f46cc1c8d8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3CA8C"/>
    <a:srgbClr val="DBDBDB"/>
    <a:srgbClr val="35B454"/>
    <a:srgbClr val="D7E9FF"/>
    <a:srgbClr val="3D8080"/>
    <a:srgbClr val="909090"/>
    <a:srgbClr val="F7F7F7"/>
    <a:srgbClr val="EEEEEE"/>
    <a:srgbClr val="FFD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7D600D-4E17-410D-8D23-29968B97BA38}" v="14" dt="2026-05-07T11:05:37.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0" y="53"/>
      </p:cViewPr>
      <p:guideLst>
        <p:guide orient="horz" pos="4205"/>
        <p:guide orient="horz" pos="901"/>
        <p:guide orient="horz" pos="2621"/>
        <p:guide orient="horz" pos="4752"/>
        <p:guide orient="horz" pos="5098"/>
        <p:guide orient="horz" pos="2131"/>
        <p:guide orient="horz" pos="643"/>
        <p:guide orient="horz" pos="115"/>
        <p:guide orient="horz" pos="3658"/>
        <p:guide pos="4608"/>
        <p:guide pos="206"/>
        <p:guide pos="8352"/>
        <p:guide pos="4487"/>
        <p:guide pos="4752"/>
        <p:guide pos="3514"/>
        <p:guide pos="1632"/>
        <p:guide orient="horz" pos="3110"/>
        <p:guide orient="horz" pos="5011"/>
        <p:guide orient="horz" pos="3629"/>
        <p:guide pos="634"/>
        <p:guide pos="4781"/>
        <p:guide pos="461"/>
        <p:guide pos="7920"/>
      </p:guideLst>
    </p:cSldViewPr>
  </p:slideViewPr>
  <p:notesTextViewPr>
    <p:cViewPr>
      <p:scale>
        <a:sx n="3" d="2"/>
        <a:sy n="3" d="2"/>
      </p:scale>
      <p:origin x="-6" y="-18"/>
    </p:cViewPr>
  </p:notesTextViewPr>
  <p:notesViewPr>
    <p:cSldViewPr snapToGrid="0">
      <p:cViewPr>
        <p:scale>
          <a:sx n="1" d="2"/>
          <a:sy n="1" d="2"/>
        </p:scale>
        <p:origin x="0" y="0"/>
      </p:cViewPr>
      <p:guideLst>
        <p:guide orient="horz" pos="2195"/>
        <p:guide pos="3202"/>
        <p:guide orient="horz" pos="2171"/>
        <p:guide pos="3154"/>
        <p:guide orient="horz" pos="2219"/>
        <p:guide pos="3251"/>
        <p:guide orient="horz" pos="2199"/>
        <p:guide orient="horz" pos="2175"/>
        <p:guide orient="horz" pos="2223"/>
        <p:guide pos="3180"/>
        <p:guide pos="3133"/>
        <p:guide pos="3229"/>
        <p:guide orient="horz" pos="2167"/>
        <p:guide orient="horz" pos="2143"/>
        <p:guide orient="horz" pos="2191"/>
        <p:guide orient="horz" pos="2147"/>
        <p:guide pos="3176"/>
        <p:guide pos="3128"/>
        <p:guide pos="3224"/>
        <p:guide pos="3107"/>
        <p:guide pos="320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handoutMaster" Target="handoutMasters/handoutMaster1.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gs" Target="tags/tag1.xml"/><Relationship Id="rId43"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ru Gardan" userId="bd14463e-b341-4db6-bde7-1b2ef3420649" providerId="ADAL" clId="{52F79C49-1425-40C0-B54A-8F5B2BB52E9A}"/>
    <pc:docChg chg="custSel modSld">
      <pc:chgData name="Doru Gardan" userId="bd14463e-b341-4db6-bde7-1b2ef3420649" providerId="ADAL" clId="{52F79C49-1425-40C0-B54A-8F5B2BB52E9A}" dt="2026-04-10T06:49:51.646" v="13" actId="478"/>
      <pc:docMkLst>
        <pc:docMk/>
      </pc:docMkLst>
    </pc:docChg>
  </pc:docChgLst>
  <pc:docChgLst>
    <pc:chgData name="Jakub Ctvrtnicek" userId="99c3ccad-6d0c-4589-84ba-e0c00e58ef9a" providerId="ADAL" clId="{06334A6B-565D-47DE-B911-98819E796D02}"/>
    <pc:docChg chg="undo custSel addSld delSld modSld sldOrd modMainMaster delSection modSection">
      <pc:chgData name="Jakub Ctvrtnicek" userId="99c3ccad-6d0c-4589-84ba-e0c00e58ef9a" providerId="ADAL" clId="{06334A6B-565D-47DE-B911-98819E796D02}" dt="2026-05-07T11:05:46.905" v="2606"/>
      <pc:docMkLst>
        <pc:docMk/>
      </pc:docMkLst>
      <pc:sldChg chg="modSp del mod">
        <pc:chgData name="Jakub Ctvrtnicek" userId="99c3ccad-6d0c-4589-84ba-e0c00e58ef9a" providerId="ADAL" clId="{06334A6B-565D-47DE-B911-98819E796D02}" dt="2026-05-07T10:17:18.172" v="1484" actId="47"/>
        <pc:sldMkLst>
          <pc:docMk/>
          <pc:sldMk cId="655177355" sldId="289"/>
        </pc:sldMkLst>
      </pc:sldChg>
      <pc:sldChg chg="modSp mod">
        <pc:chgData name="Jakub Ctvrtnicek" userId="99c3ccad-6d0c-4589-84ba-e0c00e58ef9a" providerId="ADAL" clId="{06334A6B-565D-47DE-B911-98819E796D02}" dt="2026-05-07T10:19:00.385" v="1503" actId="313"/>
        <pc:sldMkLst>
          <pc:docMk/>
          <pc:sldMk cId="4078768831" sldId="291"/>
        </pc:sldMkLst>
        <pc:spChg chg="mod">
          <ac:chgData name="Jakub Ctvrtnicek" userId="99c3ccad-6d0c-4589-84ba-e0c00e58ef9a" providerId="ADAL" clId="{06334A6B-565D-47DE-B911-98819E796D02}" dt="2026-05-07T10:18:59.391" v="1502" actId="313"/>
          <ac:spMkLst>
            <pc:docMk/>
            <pc:sldMk cId="4078768831" sldId="291"/>
            <ac:spMk id="2" creationId="{8F640A2F-18FD-57C3-2C61-2AD18C382B6B}"/>
          </ac:spMkLst>
        </pc:spChg>
        <pc:spChg chg="mod">
          <ac:chgData name="Jakub Ctvrtnicek" userId="99c3ccad-6d0c-4589-84ba-e0c00e58ef9a" providerId="ADAL" clId="{06334A6B-565D-47DE-B911-98819E796D02}" dt="2026-05-07T10:19:00.385" v="1503" actId="313"/>
          <ac:spMkLst>
            <pc:docMk/>
            <pc:sldMk cId="4078768831" sldId="291"/>
            <ac:spMk id="80" creationId="{2F7BB1B4-1352-6EFE-5475-3368B5F8D1E9}"/>
          </ac:spMkLst>
        </pc:spChg>
      </pc:sldChg>
      <pc:sldChg chg="delSp modSp add mod delAnim">
        <pc:chgData name="Jakub Ctvrtnicek" userId="99c3ccad-6d0c-4589-84ba-e0c00e58ef9a" providerId="ADAL" clId="{06334A6B-565D-47DE-B911-98819E796D02}" dt="2026-05-07T10:23:11.738" v="1591" actId="478"/>
        <pc:sldMkLst>
          <pc:docMk/>
          <pc:sldMk cId="2777405767" sldId="297"/>
        </pc:sldMkLst>
        <pc:spChg chg="del">
          <ac:chgData name="Jakub Ctvrtnicek" userId="99c3ccad-6d0c-4589-84ba-e0c00e58ef9a" providerId="ADAL" clId="{06334A6B-565D-47DE-B911-98819E796D02}" dt="2026-05-07T10:23:11.738" v="1591" actId="478"/>
          <ac:spMkLst>
            <pc:docMk/>
            <pc:sldMk cId="2777405767" sldId="297"/>
            <ac:spMk id="4" creationId="{E51A5937-BC5B-F51E-316D-9702EF788BC7}"/>
          </ac:spMkLst>
        </pc:spChg>
        <pc:spChg chg="del">
          <ac:chgData name="Jakub Ctvrtnicek" userId="99c3ccad-6d0c-4589-84ba-e0c00e58ef9a" providerId="ADAL" clId="{06334A6B-565D-47DE-B911-98819E796D02}" dt="2026-05-07T10:23:10.415" v="1590" actId="478"/>
          <ac:spMkLst>
            <pc:docMk/>
            <pc:sldMk cId="2777405767" sldId="297"/>
            <ac:spMk id="6" creationId="{7AB531E7-AC4D-00A1-19F4-2368017F9D1C}"/>
          </ac:spMkLst>
        </pc:spChg>
        <pc:spChg chg="del">
          <ac:chgData name="Jakub Ctvrtnicek" userId="99c3ccad-6d0c-4589-84ba-e0c00e58ef9a" providerId="ADAL" clId="{06334A6B-565D-47DE-B911-98819E796D02}" dt="2026-05-07T10:23:08.349" v="1588" actId="478"/>
          <ac:spMkLst>
            <pc:docMk/>
            <pc:sldMk cId="2777405767" sldId="297"/>
            <ac:spMk id="15" creationId="{4F10D9A3-1975-CFA2-87AC-EC6AEB5253F5}"/>
          </ac:spMkLst>
        </pc:spChg>
        <pc:spChg chg="del">
          <ac:chgData name="Jakub Ctvrtnicek" userId="99c3ccad-6d0c-4589-84ba-e0c00e58ef9a" providerId="ADAL" clId="{06334A6B-565D-47DE-B911-98819E796D02}" dt="2026-05-07T10:23:09.379" v="1589" actId="478"/>
          <ac:spMkLst>
            <pc:docMk/>
            <pc:sldMk cId="2777405767" sldId="297"/>
            <ac:spMk id="16" creationId="{30FC704A-1DE8-2509-21F5-7502522DFD53}"/>
          </ac:spMkLst>
        </pc:spChg>
        <pc:spChg chg="mod">
          <ac:chgData name="Jakub Ctvrtnicek" userId="99c3ccad-6d0c-4589-84ba-e0c00e58ef9a" providerId="ADAL" clId="{06334A6B-565D-47DE-B911-98819E796D02}" dt="2026-04-09T20:57:57.301" v="723" actId="14100"/>
          <ac:spMkLst>
            <pc:docMk/>
            <pc:sldMk cId="2777405767" sldId="297"/>
            <ac:spMk id="160" creationId="{935B55D2-28D7-D835-B764-C9BE6C02ED9E}"/>
          </ac:spMkLst>
        </pc:spChg>
        <pc:picChg chg="del">
          <ac:chgData name="Jakub Ctvrtnicek" userId="99c3ccad-6d0c-4589-84ba-e0c00e58ef9a" providerId="ADAL" clId="{06334A6B-565D-47DE-B911-98819E796D02}" dt="2026-05-07T10:23:07.142" v="1587" actId="478"/>
          <ac:picMkLst>
            <pc:docMk/>
            <pc:sldMk cId="2777405767" sldId="297"/>
            <ac:picMk id="161" creationId="{79FB867C-98C0-8DF0-6087-AD5B26F4973A}"/>
          </ac:picMkLst>
        </pc:picChg>
      </pc:sldChg>
      <pc:sldChg chg="addSp delSp modSp del mod">
        <pc:chgData name="Jakub Ctvrtnicek" userId="99c3ccad-6d0c-4589-84ba-e0c00e58ef9a" providerId="ADAL" clId="{06334A6B-565D-47DE-B911-98819E796D02}" dt="2026-05-07T10:17:18.172" v="1484" actId="47"/>
        <pc:sldMkLst>
          <pc:docMk/>
          <pc:sldMk cId="1926288467" sldId="298"/>
        </pc:sldMkLst>
      </pc:sldChg>
      <pc:sldChg chg="del">
        <pc:chgData name="Jakub Ctvrtnicek" userId="99c3ccad-6d0c-4589-84ba-e0c00e58ef9a" providerId="ADAL" clId="{06334A6B-565D-47DE-B911-98819E796D02}" dt="2026-05-07T10:17:18.172" v="1484" actId="47"/>
        <pc:sldMkLst>
          <pc:docMk/>
          <pc:sldMk cId="3322883332" sldId="299"/>
        </pc:sldMkLst>
      </pc:sldChg>
      <pc:sldChg chg="delSp modSp mod modShow">
        <pc:chgData name="Jakub Ctvrtnicek" userId="99c3ccad-6d0c-4589-84ba-e0c00e58ef9a" providerId="ADAL" clId="{06334A6B-565D-47DE-B911-98819E796D02}" dt="2026-05-07T10:23:40.857" v="1597" actId="729"/>
        <pc:sldMkLst>
          <pc:docMk/>
          <pc:sldMk cId="2662939696" sldId="300"/>
        </pc:sldMkLst>
        <pc:spChg chg="mod">
          <ac:chgData name="Jakub Ctvrtnicek" userId="99c3ccad-6d0c-4589-84ba-e0c00e58ef9a" providerId="ADAL" clId="{06334A6B-565D-47DE-B911-98819E796D02}" dt="2026-05-07T10:19:02.674" v="1504" actId="313"/>
          <ac:spMkLst>
            <pc:docMk/>
            <pc:sldMk cId="2662939696" sldId="300"/>
            <ac:spMk id="7" creationId="{F54503E3-6039-753D-85D5-8255A33A2312}"/>
          </ac:spMkLst>
        </pc:spChg>
        <pc:picChg chg="del">
          <ac:chgData name="Jakub Ctvrtnicek" userId="99c3ccad-6d0c-4589-84ba-e0c00e58ef9a" providerId="ADAL" clId="{06334A6B-565D-47DE-B911-98819E796D02}" dt="2026-05-07T10:23:37.224" v="1596" actId="478"/>
          <ac:picMkLst>
            <pc:docMk/>
            <pc:sldMk cId="2662939696" sldId="300"/>
            <ac:picMk id="4" creationId="{63FF8419-94AA-4068-AFF7-F0C3E23EE774}"/>
          </ac:picMkLst>
        </pc:picChg>
      </pc:sldChg>
      <pc:sldChg chg="del">
        <pc:chgData name="Jakub Ctvrtnicek" userId="99c3ccad-6d0c-4589-84ba-e0c00e58ef9a" providerId="ADAL" clId="{06334A6B-565D-47DE-B911-98819E796D02}" dt="2026-05-07T10:17:25.238" v="1486" actId="47"/>
        <pc:sldMkLst>
          <pc:docMk/>
          <pc:sldMk cId="1906548091" sldId="303"/>
        </pc:sldMkLst>
      </pc:sldChg>
      <pc:sldChg chg="delSp modSp mod">
        <pc:chgData name="Jakub Ctvrtnicek" userId="99c3ccad-6d0c-4589-84ba-e0c00e58ef9a" providerId="ADAL" clId="{06334A6B-565D-47DE-B911-98819E796D02}" dt="2026-05-07T10:35:40.193" v="1629" actId="20577"/>
        <pc:sldMkLst>
          <pc:docMk/>
          <pc:sldMk cId="1418473970" sldId="305"/>
        </pc:sldMkLst>
        <pc:spChg chg="mod">
          <ac:chgData name="Jakub Ctvrtnicek" userId="99c3ccad-6d0c-4589-84ba-e0c00e58ef9a" providerId="ADAL" clId="{06334A6B-565D-47DE-B911-98819E796D02}" dt="2026-05-07T10:35:40.193" v="1629" actId="20577"/>
          <ac:spMkLst>
            <pc:docMk/>
            <pc:sldMk cId="1418473970" sldId="305"/>
            <ac:spMk id="2" creationId="{7BF0D9C7-4C4A-CF26-70DB-F4EA2B13DBAC}"/>
          </ac:spMkLst>
        </pc:spChg>
        <pc:picChg chg="del">
          <ac:chgData name="Jakub Ctvrtnicek" userId="99c3ccad-6d0c-4589-84ba-e0c00e58ef9a" providerId="ADAL" clId="{06334A6B-565D-47DE-B911-98819E796D02}" dt="2026-05-07T10:23:30.657" v="1595" actId="478"/>
          <ac:picMkLst>
            <pc:docMk/>
            <pc:sldMk cId="1418473970" sldId="305"/>
            <ac:picMk id="76" creationId="{3FA6166A-8007-FDDD-8640-F3C042BB4615}"/>
          </ac:picMkLst>
        </pc:picChg>
      </pc:sldChg>
      <pc:sldChg chg="delSp modSp mod modCm modNotesTx">
        <pc:chgData name="Jakub Ctvrtnicek" userId="99c3ccad-6d0c-4589-84ba-e0c00e58ef9a" providerId="ADAL" clId="{06334A6B-565D-47DE-B911-98819E796D02}" dt="2026-05-07T10:19:27.776" v="1512" actId="313"/>
        <pc:sldMkLst>
          <pc:docMk/>
          <pc:sldMk cId="1014749343" sldId="306"/>
        </pc:sldMkLst>
        <pc:spChg chg="mod">
          <ac:chgData name="Jakub Ctvrtnicek" userId="99c3ccad-6d0c-4589-84ba-e0c00e58ef9a" providerId="ADAL" clId="{06334A6B-565D-47DE-B911-98819E796D02}" dt="2026-04-07T12:46:17.785" v="435" actId="20577"/>
          <ac:spMkLst>
            <pc:docMk/>
            <pc:sldMk cId="1014749343" sldId="306"/>
            <ac:spMk id="14" creationId="{FD161DF8-A8B5-D648-265C-D17C5DB70C3B}"/>
          </ac:spMkLst>
        </pc:spChg>
        <pc:spChg chg="mod">
          <ac:chgData name="Jakub Ctvrtnicek" userId="99c3ccad-6d0c-4589-84ba-e0c00e58ef9a" providerId="ADAL" clId="{06334A6B-565D-47DE-B911-98819E796D02}" dt="2026-05-07T10:19:21.515" v="1507" actId="313"/>
          <ac:spMkLst>
            <pc:docMk/>
            <pc:sldMk cId="1014749343" sldId="306"/>
            <ac:spMk id="22" creationId="{8524EB83-C16E-1ACC-13D1-62C391502F05}"/>
          </ac:spMkLst>
        </pc:spChg>
        <pc:spChg chg="mod">
          <ac:chgData name="Jakub Ctvrtnicek" userId="99c3ccad-6d0c-4589-84ba-e0c00e58ef9a" providerId="ADAL" clId="{06334A6B-565D-47DE-B911-98819E796D02}" dt="2026-05-07T10:19:26.274" v="1510" actId="313"/>
          <ac:spMkLst>
            <pc:docMk/>
            <pc:sldMk cId="1014749343" sldId="306"/>
            <ac:spMk id="34" creationId="{0F8986C5-F387-3974-2FE4-191BDE6C9658}"/>
          </ac:spMkLst>
        </pc:spChg>
        <pc:spChg chg="mod">
          <ac:chgData name="Jakub Ctvrtnicek" userId="99c3ccad-6d0c-4589-84ba-e0c00e58ef9a" providerId="ADAL" clId="{06334A6B-565D-47DE-B911-98819E796D02}" dt="2026-05-07T10:19:18.884" v="1506" actId="313"/>
          <ac:spMkLst>
            <pc:docMk/>
            <pc:sldMk cId="1014749343" sldId="306"/>
            <ac:spMk id="35" creationId="{2CCB046F-1E8A-7456-CBEF-3EADBB29338D}"/>
          </ac:spMkLst>
        </pc:spChg>
        <pc:spChg chg="mod">
          <ac:chgData name="Jakub Ctvrtnicek" userId="99c3ccad-6d0c-4589-84ba-e0c00e58ef9a" providerId="ADAL" clId="{06334A6B-565D-47DE-B911-98819E796D02}" dt="2026-04-07T12:47:43.743" v="448" actId="20577"/>
          <ac:spMkLst>
            <pc:docMk/>
            <pc:sldMk cId="1014749343" sldId="306"/>
            <ac:spMk id="66" creationId="{63E4E74A-F123-054A-558C-457244F40554}"/>
          </ac:spMkLst>
        </pc:spChg>
        <pc:spChg chg="mod">
          <ac:chgData name="Jakub Ctvrtnicek" userId="99c3ccad-6d0c-4589-84ba-e0c00e58ef9a" providerId="ADAL" clId="{06334A6B-565D-47DE-B911-98819E796D02}" dt="2026-04-07T12:46:22.391" v="437" actId="20577"/>
          <ac:spMkLst>
            <pc:docMk/>
            <pc:sldMk cId="1014749343" sldId="306"/>
            <ac:spMk id="87" creationId="{FEE11A14-41A0-E951-1EE9-A19ACED1F1A8}"/>
          </ac:spMkLst>
        </pc:spChg>
        <pc:spChg chg="mod">
          <ac:chgData name="Jakub Ctvrtnicek" userId="99c3ccad-6d0c-4589-84ba-e0c00e58ef9a" providerId="ADAL" clId="{06334A6B-565D-47DE-B911-98819E796D02}" dt="2026-05-07T10:19:23.330" v="1508" actId="313"/>
          <ac:spMkLst>
            <pc:docMk/>
            <pc:sldMk cId="1014749343" sldId="306"/>
            <ac:spMk id="154" creationId="{0BD5CC6A-BA46-896D-960A-2CE580CEBDE0}"/>
          </ac:spMkLst>
        </pc:spChg>
        <pc:picChg chg="del">
          <ac:chgData name="Jakub Ctvrtnicek" userId="99c3ccad-6d0c-4589-84ba-e0c00e58ef9a" providerId="ADAL" clId="{06334A6B-565D-47DE-B911-98819E796D02}" dt="2026-05-07T10:19:11.991" v="1505" actId="478"/>
          <ac:picMkLst>
            <pc:docMk/>
            <pc:sldMk cId="1014749343" sldId="306"/>
            <ac:picMk id="4" creationId="{C8FBE12F-4023-76D1-3B4A-54B001323C27}"/>
          </ac:picMkLst>
        </pc:picChg>
        <pc:extLst>
          <p:ext xmlns:p="http://schemas.openxmlformats.org/presentationml/2006/main" uri="{D6D511B9-2390-475A-947B-AFAB55BFBCF1}">
            <pc226:cmChg xmlns:pc226="http://schemas.microsoft.com/office/powerpoint/2022/06/main/command" chg="mod">
              <pc226:chgData name="Jakub Ctvrtnicek" userId="99c3ccad-6d0c-4589-84ba-e0c00e58ef9a" providerId="ADAL" clId="{06334A6B-565D-47DE-B911-98819E796D02}" dt="2026-04-07T12:46:17.785" v="435" actId="20577"/>
              <pc2:cmMkLst xmlns:pc2="http://schemas.microsoft.com/office/powerpoint/2019/9/main/command">
                <pc:docMk/>
                <pc:sldMk cId="1014749343" sldId="306"/>
                <pc2:cmMk id="{B712AD57-D448-4E4B-B726-55A8FE151876}"/>
              </pc2:cmMkLst>
            </pc226:cmChg>
          </p:ext>
        </pc:extLst>
      </pc:sldChg>
      <pc:sldChg chg="delSp modSp mod">
        <pc:chgData name="Jakub Ctvrtnicek" userId="99c3ccad-6d0c-4589-84ba-e0c00e58ef9a" providerId="ADAL" clId="{06334A6B-565D-47DE-B911-98819E796D02}" dt="2026-05-07T10:23:16.513" v="1593" actId="478"/>
        <pc:sldMkLst>
          <pc:docMk/>
          <pc:sldMk cId="2454576430" sldId="307"/>
        </pc:sldMkLst>
        <pc:spChg chg="mod">
          <ac:chgData name="Jakub Ctvrtnicek" userId="99c3ccad-6d0c-4589-84ba-e0c00e58ef9a" providerId="ADAL" clId="{06334A6B-565D-47DE-B911-98819E796D02}" dt="2026-04-09T20:57:25.945" v="720" actId="20577"/>
          <ac:spMkLst>
            <pc:docMk/>
            <pc:sldMk cId="2454576430" sldId="307"/>
            <ac:spMk id="3" creationId="{D94BF6F7-84BA-D509-A966-CB25BC6D0E8D}"/>
          </ac:spMkLst>
        </pc:spChg>
        <pc:spChg chg="mod">
          <ac:chgData name="Jakub Ctvrtnicek" userId="99c3ccad-6d0c-4589-84ba-e0c00e58ef9a" providerId="ADAL" clId="{06334A6B-565D-47DE-B911-98819E796D02}" dt="2026-04-09T20:57:33.142" v="722" actId="1076"/>
          <ac:spMkLst>
            <pc:docMk/>
            <pc:sldMk cId="2454576430" sldId="307"/>
            <ac:spMk id="7" creationId="{DDD028A7-33EF-9B33-1213-4EA6E6E8EE45}"/>
          </ac:spMkLst>
        </pc:spChg>
        <pc:picChg chg="del">
          <ac:chgData name="Jakub Ctvrtnicek" userId="99c3ccad-6d0c-4589-84ba-e0c00e58ef9a" providerId="ADAL" clId="{06334A6B-565D-47DE-B911-98819E796D02}" dt="2026-05-07T10:23:16.513" v="1593" actId="478"/>
          <ac:picMkLst>
            <pc:docMk/>
            <pc:sldMk cId="2454576430" sldId="307"/>
            <ac:picMk id="4" creationId="{6D29BB8F-FF72-9073-373C-35549EE5D702}"/>
          </ac:picMkLst>
        </pc:picChg>
        <pc:picChg chg="mod">
          <ac:chgData name="Jakub Ctvrtnicek" userId="99c3ccad-6d0c-4589-84ba-e0c00e58ef9a" providerId="ADAL" clId="{06334A6B-565D-47DE-B911-98819E796D02}" dt="2026-04-09T20:57:30.468" v="721" actId="1076"/>
          <ac:picMkLst>
            <pc:docMk/>
            <pc:sldMk cId="2454576430" sldId="307"/>
            <ac:picMk id="6" creationId="{668AF396-BF51-0535-2C5A-E55969E1DC79}"/>
          </ac:picMkLst>
        </pc:picChg>
      </pc:sldChg>
      <pc:sldChg chg="addSp modSp del mod">
        <pc:chgData name="Jakub Ctvrtnicek" userId="99c3ccad-6d0c-4589-84ba-e0c00e58ef9a" providerId="ADAL" clId="{06334A6B-565D-47DE-B911-98819E796D02}" dt="2026-05-07T10:18:09.104" v="1491" actId="47"/>
        <pc:sldMkLst>
          <pc:docMk/>
          <pc:sldMk cId="636424527" sldId="308"/>
        </pc:sldMkLst>
      </pc:sldChg>
      <pc:sldChg chg="modSp del mod">
        <pc:chgData name="Jakub Ctvrtnicek" userId="99c3ccad-6d0c-4589-84ba-e0c00e58ef9a" providerId="ADAL" clId="{06334A6B-565D-47DE-B911-98819E796D02}" dt="2026-05-07T10:18:17.455" v="1496" actId="47"/>
        <pc:sldMkLst>
          <pc:docMk/>
          <pc:sldMk cId="2211767904" sldId="311"/>
        </pc:sldMkLst>
      </pc:sldChg>
      <pc:sldChg chg="modSp del mod">
        <pc:chgData name="Jakub Ctvrtnicek" userId="99c3ccad-6d0c-4589-84ba-e0c00e58ef9a" providerId="ADAL" clId="{06334A6B-565D-47DE-B911-98819E796D02}" dt="2026-05-07T10:17:18.172" v="1484" actId="47"/>
        <pc:sldMkLst>
          <pc:docMk/>
          <pc:sldMk cId="3463585516" sldId="312"/>
        </pc:sldMkLst>
      </pc:sldChg>
      <pc:sldChg chg="modSp del mod">
        <pc:chgData name="Jakub Ctvrtnicek" userId="99c3ccad-6d0c-4589-84ba-e0c00e58ef9a" providerId="ADAL" clId="{06334A6B-565D-47DE-B911-98819E796D02}" dt="2026-05-07T10:17:18.172" v="1484" actId="47"/>
        <pc:sldMkLst>
          <pc:docMk/>
          <pc:sldMk cId="2745620793" sldId="313"/>
        </pc:sldMkLst>
      </pc:sldChg>
      <pc:sldChg chg="modSp mod">
        <pc:chgData name="Jakub Ctvrtnicek" userId="99c3ccad-6d0c-4589-84ba-e0c00e58ef9a" providerId="ADAL" clId="{06334A6B-565D-47DE-B911-98819E796D02}" dt="2026-04-09T08:41:45.025" v="597" actId="20577"/>
        <pc:sldMkLst>
          <pc:docMk/>
          <pc:sldMk cId="1523257723" sldId="315"/>
        </pc:sldMkLst>
        <pc:spChg chg="mod">
          <ac:chgData name="Jakub Ctvrtnicek" userId="99c3ccad-6d0c-4589-84ba-e0c00e58ef9a" providerId="ADAL" clId="{06334A6B-565D-47DE-B911-98819E796D02}" dt="2026-04-09T08:41:45.025" v="597" actId="20577"/>
          <ac:spMkLst>
            <pc:docMk/>
            <pc:sldMk cId="1523257723" sldId="315"/>
            <ac:spMk id="2" creationId="{B950E710-4590-C3DD-4250-1F141ECE123C}"/>
          </ac:spMkLst>
        </pc:spChg>
      </pc:sldChg>
      <pc:sldChg chg="modSp add mod">
        <pc:chgData name="Jakub Ctvrtnicek" userId="99c3ccad-6d0c-4589-84ba-e0c00e58ef9a" providerId="ADAL" clId="{06334A6B-565D-47DE-B911-98819E796D02}" dt="2026-04-09T08:41:55.173" v="610" actId="20577"/>
        <pc:sldMkLst>
          <pc:docMk/>
          <pc:sldMk cId="1552933602" sldId="316"/>
        </pc:sldMkLst>
        <pc:spChg chg="mod">
          <ac:chgData name="Jakub Ctvrtnicek" userId="99c3ccad-6d0c-4589-84ba-e0c00e58ef9a" providerId="ADAL" clId="{06334A6B-565D-47DE-B911-98819E796D02}" dt="2026-04-09T08:41:55.173" v="610" actId="20577"/>
          <ac:spMkLst>
            <pc:docMk/>
            <pc:sldMk cId="1552933602" sldId="316"/>
            <ac:spMk id="2" creationId="{C2094C5C-133B-584D-3833-F51450A4C1E0}"/>
          </ac:spMkLst>
        </pc:spChg>
      </pc:sldChg>
      <pc:sldChg chg="modSp del mod">
        <pc:chgData name="Jakub Ctvrtnicek" userId="99c3ccad-6d0c-4589-84ba-e0c00e58ef9a" providerId="ADAL" clId="{06334A6B-565D-47DE-B911-98819E796D02}" dt="2026-05-07T10:18:08.241" v="1490" actId="47"/>
        <pc:sldMkLst>
          <pc:docMk/>
          <pc:sldMk cId="507307719" sldId="318"/>
        </pc:sldMkLst>
      </pc:sldChg>
      <pc:sldChg chg="modSp del mod">
        <pc:chgData name="Jakub Ctvrtnicek" userId="99c3ccad-6d0c-4589-84ba-e0c00e58ef9a" providerId="ADAL" clId="{06334A6B-565D-47DE-B911-98819E796D02}" dt="2026-05-07T10:18:19.077" v="1497" actId="47"/>
        <pc:sldMkLst>
          <pc:docMk/>
          <pc:sldMk cId="3211371525" sldId="319"/>
        </pc:sldMkLst>
      </pc:sldChg>
      <pc:sldChg chg="modSp del mod">
        <pc:chgData name="Jakub Ctvrtnicek" userId="99c3ccad-6d0c-4589-84ba-e0c00e58ef9a" providerId="ADAL" clId="{06334A6B-565D-47DE-B911-98819E796D02}" dt="2026-05-07T10:18:20.420" v="1498" actId="47"/>
        <pc:sldMkLst>
          <pc:docMk/>
          <pc:sldMk cId="3992243970" sldId="320"/>
        </pc:sldMkLst>
      </pc:sldChg>
      <pc:sldChg chg="delSp modSp del mod">
        <pc:chgData name="Jakub Ctvrtnicek" userId="99c3ccad-6d0c-4589-84ba-e0c00e58ef9a" providerId="ADAL" clId="{06334A6B-565D-47DE-B911-98819E796D02}" dt="2026-05-07T10:23:00.838" v="1585" actId="47"/>
        <pc:sldMkLst>
          <pc:docMk/>
          <pc:sldMk cId="2834401002" sldId="325"/>
        </pc:sldMkLst>
        <pc:spChg chg="mod">
          <ac:chgData name="Jakub Ctvrtnicek" userId="99c3ccad-6d0c-4589-84ba-e0c00e58ef9a" providerId="ADAL" clId="{06334A6B-565D-47DE-B911-98819E796D02}" dt="2026-05-07T10:22:56.604" v="1584" actId="20577"/>
          <ac:spMkLst>
            <pc:docMk/>
            <pc:sldMk cId="2834401002" sldId="325"/>
            <ac:spMk id="2" creationId="{980CB0CC-A6D1-6816-3E20-7ACAA210ABB8}"/>
          </ac:spMkLst>
        </pc:spChg>
        <pc:picChg chg="del">
          <ac:chgData name="Jakub Ctvrtnicek" userId="99c3ccad-6d0c-4589-84ba-e0c00e58ef9a" providerId="ADAL" clId="{06334A6B-565D-47DE-B911-98819E796D02}" dt="2026-05-07T10:22:46.878" v="1562" actId="478"/>
          <ac:picMkLst>
            <pc:docMk/>
            <pc:sldMk cId="2834401002" sldId="325"/>
            <ac:picMk id="4" creationId="{8D6A249B-6DFB-CAB0-90D6-34096FFB5413}"/>
          </ac:picMkLst>
        </pc:picChg>
      </pc:sldChg>
      <pc:sldChg chg="delSp modSp del mod">
        <pc:chgData name="Jakub Ctvrtnicek" userId="99c3ccad-6d0c-4589-84ba-e0c00e58ef9a" providerId="ADAL" clId="{06334A6B-565D-47DE-B911-98819E796D02}" dt="2026-05-07T10:18:09.808" v="1492" actId="47"/>
        <pc:sldMkLst>
          <pc:docMk/>
          <pc:sldMk cId="2981586989" sldId="326"/>
        </pc:sldMkLst>
      </pc:sldChg>
      <pc:sldChg chg="modSp del mod">
        <pc:chgData name="Jakub Ctvrtnicek" userId="99c3ccad-6d0c-4589-84ba-e0c00e58ef9a" providerId="ADAL" clId="{06334A6B-565D-47DE-B911-98819E796D02}" dt="2026-05-07T10:17:18.172" v="1484" actId="47"/>
        <pc:sldMkLst>
          <pc:docMk/>
          <pc:sldMk cId="90917084" sldId="327"/>
        </pc:sldMkLst>
      </pc:sldChg>
      <pc:sldChg chg="delSp modSp add mod delAnim">
        <pc:chgData name="Jakub Ctvrtnicek" userId="99c3ccad-6d0c-4589-84ba-e0c00e58ef9a" providerId="ADAL" clId="{06334A6B-565D-47DE-B911-98819E796D02}" dt="2026-05-07T10:23:14.265" v="1592" actId="478"/>
        <pc:sldMkLst>
          <pc:docMk/>
          <pc:sldMk cId="1071123643" sldId="328"/>
        </pc:sldMkLst>
        <pc:spChg chg="del">
          <ac:chgData name="Jakub Ctvrtnicek" userId="99c3ccad-6d0c-4589-84ba-e0c00e58ef9a" providerId="ADAL" clId="{06334A6B-565D-47DE-B911-98819E796D02}" dt="2026-05-07T10:23:14.265" v="1592" actId="478"/>
          <ac:spMkLst>
            <pc:docMk/>
            <pc:sldMk cId="1071123643" sldId="328"/>
            <ac:spMk id="3" creationId="{36DC42A5-6F66-CCB0-50CB-108FF57DE0CC}"/>
          </ac:spMkLst>
        </pc:spChg>
        <pc:spChg chg="mod">
          <ac:chgData name="Jakub Ctvrtnicek" userId="99c3ccad-6d0c-4589-84ba-e0c00e58ef9a" providerId="ADAL" clId="{06334A6B-565D-47DE-B911-98819E796D02}" dt="2026-04-09T20:58:02.020" v="724" actId="14100"/>
          <ac:spMkLst>
            <pc:docMk/>
            <pc:sldMk cId="1071123643" sldId="328"/>
            <ac:spMk id="126" creationId="{2E4A07A1-15C7-CC91-48A8-7CF95FE986B6}"/>
          </ac:spMkLst>
        </pc:spChg>
        <pc:picChg chg="del">
          <ac:chgData name="Jakub Ctvrtnicek" userId="99c3ccad-6d0c-4589-84ba-e0c00e58ef9a" providerId="ADAL" clId="{06334A6B-565D-47DE-B911-98819E796D02}" dt="2026-05-07T10:23:03.303" v="1586" actId="478"/>
          <ac:picMkLst>
            <pc:docMk/>
            <pc:sldMk cId="1071123643" sldId="328"/>
            <ac:picMk id="124" creationId="{2376AEBD-C346-8C82-E828-5F38101BA51F}"/>
          </ac:picMkLst>
        </pc:picChg>
      </pc:sldChg>
      <pc:sldChg chg="modSp add del mod">
        <pc:chgData name="Jakub Ctvrtnicek" userId="99c3ccad-6d0c-4589-84ba-e0c00e58ef9a" providerId="ADAL" clId="{06334A6B-565D-47DE-B911-98819E796D02}" dt="2026-05-07T10:17:35.711" v="1487" actId="47"/>
        <pc:sldMkLst>
          <pc:docMk/>
          <pc:sldMk cId="3037605043" sldId="330"/>
        </pc:sldMkLst>
      </pc:sldChg>
      <pc:sldChg chg="add del mod modShow">
        <pc:chgData name="Jakub Ctvrtnicek" userId="99c3ccad-6d0c-4589-84ba-e0c00e58ef9a" providerId="ADAL" clId="{06334A6B-565D-47DE-B911-98819E796D02}" dt="2026-05-07T10:17:38.782" v="1489" actId="47"/>
        <pc:sldMkLst>
          <pc:docMk/>
          <pc:sldMk cId="3139477375" sldId="331"/>
        </pc:sldMkLst>
      </pc:sldChg>
      <pc:sldChg chg="modSp add del mod ord">
        <pc:chgData name="Jakub Ctvrtnicek" userId="99c3ccad-6d0c-4589-84ba-e0c00e58ef9a" providerId="ADAL" clId="{06334A6B-565D-47DE-B911-98819E796D02}" dt="2026-05-07T10:17:36.508" v="1488" actId="47"/>
        <pc:sldMkLst>
          <pc:docMk/>
          <pc:sldMk cId="1307775178" sldId="332"/>
        </pc:sldMkLst>
      </pc:sldChg>
      <pc:sldChg chg="modSp del mod ord">
        <pc:chgData name="Jakub Ctvrtnicek" userId="99c3ccad-6d0c-4589-84ba-e0c00e58ef9a" providerId="ADAL" clId="{06334A6B-565D-47DE-B911-98819E796D02}" dt="2026-05-07T10:17:18.172" v="1484" actId="47"/>
        <pc:sldMkLst>
          <pc:docMk/>
          <pc:sldMk cId="2893765994" sldId="2147482776"/>
        </pc:sldMkLst>
      </pc:sldChg>
      <pc:sldChg chg="del">
        <pc:chgData name="Jakub Ctvrtnicek" userId="99c3ccad-6d0c-4589-84ba-e0c00e58ef9a" providerId="ADAL" clId="{06334A6B-565D-47DE-B911-98819E796D02}" dt="2026-05-07T10:17:18.172" v="1484" actId="47"/>
        <pc:sldMkLst>
          <pc:docMk/>
          <pc:sldMk cId="3276833587" sldId="2147482874"/>
        </pc:sldMkLst>
      </pc:sldChg>
      <pc:sldChg chg="del">
        <pc:chgData name="Jakub Ctvrtnicek" userId="99c3ccad-6d0c-4589-84ba-e0c00e58ef9a" providerId="ADAL" clId="{06334A6B-565D-47DE-B911-98819E796D02}" dt="2026-05-07T10:17:22.322" v="1485" actId="47"/>
        <pc:sldMkLst>
          <pc:docMk/>
          <pc:sldMk cId="591160141" sldId="2147482882"/>
        </pc:sldMkLst>
      </pc:sldChg>
      <pc:sldChg chg="modSp del mod">
        <pc:chgData name="Jakub Ctvrtnicek" userId="99c3ccad-6d0c-4589-84ba-e0c00e58ef9a" providerId="ADAL" clId="{06334A6B-565D-47DE-B911-98819E796D02}" dt="2026-05-07T10:18:11.833" v="1493" actId="47"/>
        <pc:sldMkLst>
          <pc:docMk/>
          <pc:sldMk cId="3545996334" sldId="2147482903"/>
        </pc:sldMkLst>
      </pc:sldChg>
      <pc:sldChg chg="del">
        <pc:chgData name="Jakub Ctvrtnicek" userId="99c3ccad-6d0c-4589-84ba-e0c00e58ef9a" providerId="ADAL" clId="{06334A6B-565D-47DE-B911-98819E796D02}" dt="2026-05-07T10:18:14.446" v="1495" actId="47"/>
        <pc:sldMkLst>
          <pc:docMk/>
          <pc:sldMk cId="3764321123" sldId="2147482906"/>
        </pc:sldMkLst>
      </pc:sldChg>
      <pc:sldChg chg="delSp mod">
        <pc:chgData name="Jakub Ctvrtnicek" userId="99c3ccad-6d0c-4589-84ba-e0c00e58ef9a" providerId="ADAL" clId="{06334A6B-565D-47DE-B911-98819E796D02}" dt="2026-05-07T10:23:26.530" v="1594" actId="478"/>
        <pc:sldMkLst>
          <pc:docMk/>
          <pc:sldMk cId="152144131" sldId="2147482909"/>
        </pc:sldMkLst>
        <pc:picChg chg="del">
          <ac:chgData name="Jakub Ctvrtnicek" userId="99c3ccad-6d0c-4589-84ba-e0c00e58ef9a" providerId="ADAL" clId="{06334A6B-565D-47DE-B911-98819E796D02}" dt="2026-05-07T10:23:26.530" v="1594" actId="478"/>
          <ac:picMkLst>
            <pc:docMk/>
            <pc:sldMk cId="152144131" sldId="2147482909"/>
            <ac:picMk id="76" creationId="{35343B89-1AF5-956E-FD13-AFE6E10D848B}"/>
          </ac:picMkLst>
        </pc:picChg>
      </pc:sldChg>
      <pc:sldChg chg="del">
        <pc:chgData name="Jakub Ctvrtnicek" userId="99c3ccad-6d0c-4589-84ba-e0c00e58ef9a" providerId="ADAL" clId="{06334A6B-565D-47DE-B911-98819E796D02}" dt="2026-05-07T10:18:12.830" v="1494" actId="47"/>
        <pc:sldMkLst>
          <pc:docMk/>
          <pc:sldMk cId="2461652223" sldId="2147482910"/>
        </pc:sldMkLst>
      </pc:sldChg>
      <pc:sldChg chg="modSp mod">
        <pc:chgData name="Jakub Ctvrtnicek" userId="99c3ccad-6d0c-4589-84ba-e0c00e58ef9a" providerId="ADAL" clId="{06334A6B-565D-47DE-B911-98819E796D02}" dt="2026-05-07T10:19:32.358" v="1515" actId="313"/>
        <pc:sldMkLst>
          <pc:docMk/>
          <pc:sldMk cId="1826709844" sldId="2147482911"/>
        </pc:sldMkLst>
        <pc:spChg chg="mod">
          <ac:chgData name="Jakub Ctvrtnicek" userId="99c3ccad-6d0c-4589-84ba-e0c00e58ef9a" providerId="ADAL" clId="{06334A6B-565D-47DE-B911-98819E796D02}" dt="2026-05-07T10:19:32.358" v="1515" actId="313"/>
          <ac:spMkLst>
            <pc:docMk/>
            <pc:sldMk cId="1826709844" sldId="2147482911"/>
            <ac:spMk id="3" creationId="{4229CBBD-103A-5585-2921-82470DF56AA1}"/>
          </ac:spMkLst>
        </pc:spChg>
      </pc:sldChg>
      <pc:sldChg chg="modSp mod">
        <pc:chgData name="Jakub Ctvrtnicek" userId="99c3ccad-6d0c-4589-84ba-e0c00e58ef9a" providerId="ADAL" clId="{06334A6B-565D-47DE-B911-98819E796D02}" dt="2026-05-07T10:19:37.161" v="1519" actId="313"/>
        <pc:sldMkLst>
          <pc:docMk/>
          <pc:sldMk cId="1727255102" sldId="2147482912"/>
        </pc:sldMkLst>
        <pc:spChg chg="mod">
          <ac:chgData name="Jakub Ctvrtnicek" userId="99c3ccad-6d0c-4589-84ba-e0c00e58ef9a" providerId="ADAL" clId="{06334A6B-565D-47DE-B911-98819E796D02}" dt="2026-05-07T10:19:33.539" v="1516" actId="313"/>
          <ac:spMkLst>
            <pc:docMk/>
            <pc:sldMk cId="1727255102" sldId="2147482912"/>
            <ac:spMk id="2" creationId="{BDB41326-CD03-D960-DBFE-114BBD91EF47}"/>
          </ac:spMkLst>
        </pc:spChg>
        <pc:spChg chg="mod">
          <ac:chgData name="Jakub Ctvrtnicek" userId="99c3ccad-6d0c-4589-84ba-e0c00e58ef9a" providerId="ADAL" clId="{06334A6B-565D-47DE-B911-98819E796D02}" dt="2026-05-07T10:19:37.161" v="1519" actId="313"/>
          <ac:spMkLst>
            <pc:docMk/>
            <pc:sldMk cId="1727255102" sldId="2147482912"/>
            <ac:spMk id="6" creationId="{C80FD97F-7746-1FBA-FD50-CB0339031D08}"/>
          </ac:spMkLst>
        </pc:spChg>
      </pc:sldChg>
      <pc:sldChg chg="modSp mod">
        <pc:chgData name="Jakub Ctvrtnicek" userId="99c3ccad-6d0c-4589-84ba-e0c00e58ef9a" providerId="ADAL" clId="{06334A6B-565D-47DE-B911-98819E796D02}" dt="2026-05-07T10:19:38.434" v="1520" actId="313"/>
        <pc:sldMkLst>
          <pc:docMk/>
          <pc:sldMk cId="2818731585" sldId="2147482913"/>
        </pc:sldMkLst>
        <pc:spChg chg="mod">
          <ac:chgData name="Jakub Ctvrtnicek" userId="99c3ccad-6d0c-4589-84ba-e0c00e58ef9a" providerId="ADAL" clId="{06334A6B-565D-47DE-B911-98819E796D02}" dt="2026-05-07T10:19:38.434" v="1520" actId="313"/>
          <ac:spMkLst>
            <pc:docMk/>
            <pc:sldMk cId="2818731585" sldId="2147482913"/>
            <ac:spMk id="2" creationId="{FBBB4A54-4349-5992-7D66-C19BB71A1F75}"/>
          </ac:spMkLst>
        </pc:spChg>
      </pc:sldChg>
      <pc:sldChg chg="del">
        <pc:chgData name="Jakub Ctvrtnicek" userId="99c3ccad-6d0c-4589-84ba-e0c00e58ef9a" providerId="ADAL" clId="{06334A6B-565D-47DE-B911-98819E796D02}" dt="2026-05-07T10:22:14.015" v="1560" actId="47"/>
        <pc:sldMkLst>
          <pc:docMk/>
          <pc:sldMk cId="2875948432" sldId="2147482914"/>
        </pc:sldMkLst>
      </pc:sldChg>
      <pc:sldChg chg="del">
        <pc:chgData name="Jakub Ctvrtnicek" userId="99c3ccad-6d0c-4589-84ba-e0c00e58ef9a" providerId="ADAL" clId="{06334A6B-565D-47DE-B911-98819E796D02}" dt="2026-05-07T10:22:14.015" v="1560" actId="47"/>
        <pc:sldMkLst>
          <pc:docMk/>
          <pc:sldMk cId="1793575681" sldId="2147482915"/>
        </pc:sldMkLst>
      </pc:sldChg>
      <pc:sldChg chg="del">
        <pc:chgData name="Jakub Ctvrtnicek" userId="99c3ccad-6d0c-4589-84ba-e0c00e58ef9a" providerId="ADAL" clId="{06334A6B-565D-47DE-B911-98819E796D02}" dt="2026-05-07T10:22:14.015" v="1560" actId="47"/>
        <pc:sldMkLst>
          <pc:docMk/>
          <pc:sldMk cId="3320193906" sldId="2147482916"/>
        </pc:sldMkLst>
      </pc:sldChg>
      <pc:sldChg chg="del">
        <pc:chgData name="Jakub Ctvrtnicek" userId="99c3ccad-6d0c-4589-84ba-e0c00e58ef9a" providerId="ADAL" clId="{06334A6B-565D-47DE-B911-98819E796D02}" dt="2026-05-07T10:22:14.015" v="1560" actId="47"/>
        <pc:sldMkLst>
          <pc:docMk/>
          <pc:sldMk cId="564394891" sldId="2147482917"/>
        </pc:sldMkLst>
      </pc:sldChg>
      <pc:sldChg chg="del">
        <pc:chgData name="Jakub Ctvrtnicek" userId="99c3ccad-6d0c-4589-84ba-e0c00e58ef9a" providerId="ADAL" clId="{06334A6B-565D-47DE-B911-98819E796D02}" dt="2026-05-07T10:22:14.015" v="1560" actId="47"/>
        <pc:sldMkLst>
          <pc:docMk/>
          <pc:sldMk cId="924977394" sldId="2147482918"/>
        </pc:sldMkLst>
      </pc:sldChg>
      <pc:sldChg chg="del">
        <pc:chgData name="Jakub Ctvrtnicek" userId="99c3ccad-6d0c-4589-84ba-e0c00e58ef9a" providerId="ADAL" clId="{06334A6B-565D-47DE-B911-98819E796D02}" dt="2026-05-07T10:22:38.331" v="1561" actId="47"/>
        <pc:sldMkLst>
          <pc:docMk/>
          <pc:sldMk cId="3645362791" sldId="2147482919"/>
        </pc:sldMkLst>
      </pc:sldChg>
      <pc:sldChg chg="del">
        <pc:chgData name="Jakub Ctvrtnicek" userId="99c3ccad-6d0c-4589-84ba-e0c00e58ef9a" providerId="ADAL" clId="{06334A6B-565D-47DE-B911-98819E796D02}" dt="2026-05-07T10:22:38.331" v="1561" actId="47"/>
        <pc:sldMkLst>
          <pc:docMk/>
          <pc:sldMk cId="335282632" sldId="2147482920"/>
        </pc:sldMkLst>
      </pc:sldChg>
      <pc:sldChg chg="del">
        <pc:chgData name="Jakub Ctvrtnicek" userId="99c3ccad-6d0c-4589-84ba-e0c00e58ef9a" providerId="ADAL" clId="{06334A6B-565D-47DE-B911-98819E796D02}" dt="2026-05-07T10:22:38.331" v="1561" actId="47"/>
        <pc:sldMkLst>
          <pc:docMk/>
          <pc:sldMk cId="1343658810" sldId="2147482921"/>
        </pc:sldMkLst>
      </pc:sldChg>
      <pc:sldChg chg="del">
        <pc:chgData name="Jakub Ctvrtnicek" userId="99c3ccad-6d0c-4589-84ba-e0c00e58ef9a" providerId="ADAL" clId="{06334A6B-565D-47DE-B911-98819E796D02}" dt="2026-05-07T10:22:38.331" v="1561" actId="47"/>
        <pc:sldMkLst>
          <pc:docMk/>
          <pc:sldMk cId="177435766" sldId="2147482922"/>
        </pc:sldMkLst>
      </pc:sldChg>
      <pc:sldChg chg="del">
        <pc:chgData name="Jakub Ctvrtnicek" userId="99c3ccad-6d0c-4589-84ba-e0c00e58ef9a" providerId="ADAL" clId="{06334A6B-565D-47DE-B911-98819E796D02}" dt="2026-05-07T10:22:38.331" v="1561" actId="47"/>
        <pc:sldMkLst>
          <pc:docMk/>
          <pc:sldMk cId="2188624819" sldId="2147482923"/>
        </pc:sldMkLst>
      </pc:sldChg>
      <pc:sldChg chg="del">
        <pc:chgData name="Jakub Ctvrtnicek" userId="99c3ccad-6d0c-4589-84ba-e0c00e58ef9a" providerId="ADAL" clId="{06334A6B-565D-47DE-B911-98819E796D02}" dt="2026-05-07T10:22:38.331" v="1561" actId="47"/>
        <pc:sldMkLst>
          <pc:docMk/>
          <pc:sldMk cId="1664305687" sldId="2147482924"/>
        </pc:sldMkLst>
      </pc:sldChg>
      <pc:sldChg chg="del">
        <pc:chgData name="Jakub Ctvrtnicek" userId="99c3ccad-6d0c-4589-84ba-e0c00e58ef9a" providerId="ADAL" clId="{06334A6B-565D-47DE-B911-98819E796D02}" dt="2026-05-07T10:22:38.331" v="1561" actId="47"/>
        <pc:sldMkLst>
          <pc:docMk/>
          <pc:sldMk cId="4157264588" sldId="2147482925"/>
        </pc:sldMkLst>
      </pc:sldChg>
      <pc:sldChg chg="del">
        <pc:chgData name="Jakub Ctvrtnicek" userId="99c3ccad-6d0c-4589-84ba-e0c00e58ef9a" providerId="ADAL" clId="{06334A6B-565D-47DE-B911-98819E796D02}" dt="2026-05-07T10:22:38.331" v="1561" actId="47"/>
        <pc:sldMkLst>
          <pc:docMk/>
          <pc:sldMk cId="644953144" sldId="2147482926"/>
        </pc:sldMkLst>
      </pc:sldChg>
      <pc:sldChg chg="del">
        <pc:chgData name="Jakub Ctvrtnicek" userId="99c3ccad-6d0c-4589-84ba-e0c00e58ef9a" providerId="ADAL" clId="{06334A6B-565D-47DE-B911-98819E796D02}" dt="2026-05-07T10:22:38.331" v="1561" actId="47"/>
        <pc:sldMkLst>
          <pc:docMk/>
          <pc:sldMk cId="494567349" sldId="2147482927"/>
        </pc:sldMkLst>
      </pc:sldChg>
      <pc:sldChg chg="del">
        <pc:chgData name="Jakub Ctvrtnicek" userId="99c3ccad-6d0c-4589-84ba-e0c00e58ef9a" providerId="ADAL" clId="{06334A6B-565D-47DE-B911-98819E796D02}" dt="2026-05-07T10:22:38.331" v="1561" actId="47"/>
        <pc:sldMkLst>
          <pc:docMk/>
          <pc:sldMk cId="304311264" sldId="2147482928"/>
        </pc:sldMkLst>
      </pc:sldChg>
      <pc:sldChg chg="del">
        <pc:chgData name="Jakub Ctvrtnicek" userId="99c3ccad-6d0c-4589-84ba-e0c00e58ef9a" providerId="ADAL" clId="{06334A6B-565D-47DE-B911-98819E796D02}" dt="2026-05-07T10:21:50.701" v="1559" actId="47"/>
        <pc:sldMkLst>
          <pc:docMk/>
          <pc:sldMk cId="608977275" sldId="2147482930"/>
        </pc:sldMkLst>
      </pc:sldChg>
      <pc:sldChg chg="delSp modSp mod">
        <pc:chgData name="Jakub Ctvrtnicek" userId="99c3ccad-6d0c-4589-84ba-e0c00e58ef9a" providerId="ADAL" clId="{06334A6B-565D-47DE-B911-98819E796D02}" dt="2026-05-07T10:21:35.864" v="1558" actId="478"/>
        <pc:sldMkLst>
          <pc:docMk/>
          <pc:sldMk cId="953203516" sldId="2147482932"/>
        </pc:sldMkLst>
        <pc:spChg chg="mod">
          <ac:chgData name="Jakub Ctvrtnicek" userId="99c3ccad-6d0c-4589-84ba-e0c00e58ef9a" providerId="ADAL" clId="{06334A6B-565D-47DE-B911-98819E796D02}" dt="2026-05-07T10:19:44.860" v="1521" actId="313"/>
          <ac:spMkLst>
            <pc:docMk/>
            <pc:sldMk cId="953203516" sldId="2147482932"/>
            <ac:spMk id="5" creationId="{00000000-0000-0000-0000-000000000000}"/>
          </ac:spMkLst>
        </pc:spChg>
        <pc:spChg chg="del mod">
          <ac:chgData name="Jakub Ctvrtnicek" userId="99c3ccad-6d0c-4589-84ba-e0c00e58ef9a" providerId="ADAL" clId="{06334A6B-565D-47DE-B911-98819E796D02}" dt="2026-05-07T10:21:35.864" v="1558" actId="478"/>
          <ac:spMkLst>
            <pc:docMk/>
            <pc:sldMk cId="953203516" sldId="2147482932"/>
            <ac:spMk id="126" creationId="{00000000-0000-0000-0000-000000000000}"/>
          </ac:spMkLst>
        </pc:spChg>
      </pc:sldChg>
      <pc:sldChg chg="delSp modSp mod">
        <pc:chgData name="Jakub Ctvrtnicek" userId="99c3ccad-6d0c-4589-84ba-e0c00e58ef9a" providerId="ADAL" clId="{06334A6B-565D-47DE-B911-98819E796D02}" dt="2026-05-07T10:21:32.323" v="1557" actId="478"/>
        <pc:sldMkLst>
          <pc:docMk/>
          <pc:sldMk cId="3533538847" sldId="2147482933"/>
        </pc:sldMkLst>
        <pc:spChg chg="del mod">
          <ac:chgData name="Jakub Ctvrtnicek" userId="99c3ccad-6d0c-4589-84ba-e0c00e58ef9a" providerId="ADAL" clId="{06334A6B-565D-47DE-B911-98819E796D02}" dt="2026-05-07T10:21:32.323" v="1557" actId="478"/>
          <ac:spMkLst>
            <pc:docMk/>
            <pc:sldMk cId="3533538847" sldId="2147482933"/>
            <ac:spMk id="126" creationId="{30FEF9B8-C1C2-C90E-7671-CBD183C62238}"/>
          </ac:spMkLst>
        </pc:spChg>
      </pc:sldChg>
      <pc:sldChg chg="delSp modSp mod">
        <pc:chgData name="Jakub Ctvrtnicek" userId="99c3ccad-6d0c-4589-84ba-e0c00e58ef9a" providerId="ADAL" clId="{06334A6B-565D-47DE-B911-98819E796D02}" dt="2026-05-07T10:21:28.920" v="1556" actId="478"/>
        <pc:sldMkLst>
          <pc:docMk/>
          <pc:sldMk cId="2029172415" sldId="2147482934"/>
        </pc:sldMkLst>
        <pc:spChg chg="mod">
          <ac:chgData name="Jakub Ctvrtnicek" userId="99c3ccad-6d0c-4589-84ba-e0c00e58ef9a" providerId="ADAL" clId="{06334A6B-565D-47DE-B911-98819E796D02}" dt="2026-05-07T10:19:51.128" v="1524" actId="313"/>
          <ac:spMkLst>
            <pc:docMk/>
            <pc:sldMk cId="2029172415" sldId="2147482934"/>
            <ac:spMk id="2" creationId="{1CF9D268-7998-E923-2E75-3A8433F36E1E}"/>
          </ac:spMkLst>
        </pc:spChg>
        <pc:spChg chg="mod">
          <ac:chgData name="Jakub Ctvrtnicek" userId="99c3ccad-6d0c-4589-84ba-e0c00e58ef9a" providerId="ADAL" clId="{06334A6B-565D-47DE-B911-98819E796D02}" dt="2026-05-07T10:19:53.743" v="1527" actId="313"/>
          <ac:spMkLst>
            <pc:docMk/>
            <pc:sldMk cId="2029172415" sldId="2147482934"/>
            <ac:spMk id="8" creationId="{6E5DED0A-8D2A-E5D0-1D70-344B6A5B68E0}"/>
          </ac:spMkLst>
        </pc:spChg>
        <pc:spChg chg="del mod">
          <ac:chgData name="Jakub Ctvrtnicek" userId="99c3ccad-6d0c-4589-84ba-e0c00e58ef9a" providerId="ADAL" clId="{06334A6B-565D-47DE-B911-98819E796D02}" dt="2026-05-07T10:21:28.920" v="1556" actId="478"/>
          <ac:spMkLst>
            <pc:docMk/>
            <pc:sldMk cId="2029172415" sldId="2147482934"/>
            <ac:spMk id="126" creationId="{D81F48B7-D6B7-444B-C232-5DB2237C1461}"/>
          </ac:spMkLst>
        </pc:spChg>
      </pc:sldChg>
      <pc:sldChg chg="delSp modSp mod">
        <pc:chgData name="Jakub Ctvrtnicek" userId="99c3ccad-6d0c-4589-84ba-e0c00e58ef9a" providerId="ADAL" clId="{06334A6B-565D-47DE-B911-98819E796D02}" dt="2026-05-07T10:21:24.183" v="1555" actId="478"/>
        <pc:sldMkLst>
          <pc:docMk/>
          <pc:sldMk cId="4024639494" sldId="2147482935"/>
        </pc:sldMkLst>
        <pc:spChg chg="mod">
          <ac:chgData name="Jakub Ctvrtnicek" userId="99c3ccad-6d0c-4589-84ba-e0c00e58ef9a" providerId="ADAL" clId="{06334A6B-565D-47DE-B911-98819E796D02}" dt="2026-05-07T10:19:54.767" v="1528" actId="313"/>
          <ac:spMkLst>
            <pc:docMk/>
            <pc:sldMk cId="4024639494" sldId="2147482935"/>
            <ac:spMk id="2" creationId="{09C34D0A-22F2-C7FF-6FCC-F5D67A267F44}"/>
          </ac:spMkLst>
        </pc:spChg>
        <pc:spChg chg="del mod">
          <ac:chgData name="Jakub Ctvrtnicek" userId="99c3ccad-6d0c-4589-84ba-e0c00e58ef9a" providerId="ADAL" clId="{06334A6B-565D-47DE-B911-98819E796D02}" dt="2026-05-07T10:21:24.183" v="1555" actId="478"/>
          <ac:spMkLst>
            <pc:docMk/>
            <pc:sldMk cId="4024639494" sldId="2147482935"/>
            <ac:spMk id="126" creationId="{CC3D07F9-DE37-0A8F-0F05-E966C47F121F}"/>
          </ac:spMkLst>
        </pc:spChg>
      </pc:sldChg>
      <pc:sldChg chg="delSp modSp mod">
        <pc:chgData name="Jakub Ctvrtnicek" userId="99c3ccad-6d0c-4589-84ba-e0c00e58ef9a" providerId="ADAL" clId="{06334A6B-565D-47DE-B911-98819E796D02}" dt="2026-05-07T10:21:18.003" v="1554" actId="478"/>
        <pc:sldMkLst>
          <pc:docMk/>
          <pc:sldMk cId="129697146" sldId="2147482936"/>
        </pc:sldMkLst>
        <pc:spChg chg="mod">
          <ac:chgData name="Jakub Ctvrtnicek" userId="99c3ccad-6d0c-4589-84ba-e0c00e58ef9a" providerId="ADAL" clId="{06334A6B-565D-47DE-B911-98819E796D02}" dt="2026-05-07T10:19:57.096" v="1530" actId="313"/>
          <ac:spMkLst>
            <pc:docMk/>
            <pc:sldMk cId="129697146" sldId="2147482936"/>
            <ac:spMk id="2" creationId="{C93B5D99-9876-02F6-A7EE-47D55D25FB35}"/>
          </ac:spMkLst>
        </pc:spChg>
        <pc:spChg chg="del mod">
          <ac:chgData name="Jakub Ctvrtnicek" userId="99c3ccad-6d0c-4589-84ba-e0c00e58ef9a" providerId="ADAL" clId="{06334A6B-565D-47DE-B911-98819E796D02}" dt="2026-05-07T10:21:18.003" v="1554" actId="478"/>
          <ac:spMkLst>
            <pc:docMk/>
            <pc:sldMk cId="129697146" sldId="2147482936"/>
            <ac:spMk id="126" creationId="{4D578E4E-9C0E-A1BA-7A99-09AFABF94564}"/>
          </ac:spMkLst>
        </pc:spChg>
      </pc:sldChg>
      <pc:sldChg chg="delSp modSp mod">
        <pc:chgData name="Jakub Ctvrtnicek" userId="99c3ccad-6d0c-4589-84ba-e0c00e58ef9a" providerId="ADAL" clId="{06334A6B-565D-47DE-B911-98819E796D02}" dt="2026-05-07T10:21:14.982" v="1553" actId="478"/>
        <pc:sldMkLst>
          <pc:docMk/>
          <pc:sldMk cId="1071598287" sldId="2147482937"/>
        </pc:sldMkLst>
        <pc:spChg chg="mod">
          <ac:chgData name="Jakub Ctvrtnicek" userId="99c3ccad-6d0c-4589-84ba-e0c00e58ef9a" providerId="ADAL" clId="{06334A6B-565D-47DE-B911-98819E796D02}" dt="2026-05-07T10:19:59.522" v="1532" actId="313"/>
          <ac:spMkLst>
            <pc:docMk/>
            <pc:sldMk cId="1071598287" sldId="2147482937"/>
            <ac:spMk id="2" creationId="{AEF9E322-2F95-FD63-523F-7C4C86B4D089}"/>
          </ac:spMkLst>
        </pc:spChg>
        <pc:spChg chg="del mod">
          <ac:chgData name="Jakub Ctvrtnicek" userId="99c3ccad-6d0c-4589-84ba-e0c00e58ef9a" providerId="ADAL" clId="{06334A6B-565D-47DE-B911-98819E796D02}" dt="2026-05-07T10:21:14.982" v="1553" actId="478"/>
          <ac:spMkLst>
            <pc:docMk/>
            <pc:sldMk cId="1071598287" sldId="2147482937"/>
            <ac:spMk id="126" creationId="{D996F3AA-BE1B-5343-C21F-BC0BA2F08A81}"/>
          </ac:spMkLst>
        </pc:spChg>
      </pc:sldChg>
      <pc:sldChg chg="delSp modSp mod">
        <pc:chgData name="Jakub Ctvrtnicek" userId="99c3ccad-6d0c-4589-84ba-e0c00e58ef9a" providerId="ADAL" clId="{06334A6B-565D-47DE-B911-98819E796D02}" dt="2026-05-07T10:21:12.075" v="1552" actId="478"/>
        <pc:sldMkLst>
          <pc:docMk/>
          <pc:sldMk cId="663481711" sldId="2147482938"/>
        </pc:sldMkLst>
        <pc:spChg chg="mod">
          <ac:chgData name="Jakub Ctvrtnicek" userId="99c3ccad-6d0c-4589-84ba-e0c00e58ef9a" providerId="ADAL" clId="{06334A6B-565D-47DE-B911-98819E796D02}" dt="2026-05-07T10:20:01.648" v="1534" actId="313"/>
          <ac:spMkLst>
            <pc:docMk/>
            <pc:sldMk cId="663481711" sldId="2147482938"/>
            <ac:spMk id="2" creationId="{2C99ED83-29A8-F347-38AA-AD83C223AEB1}"/>
          </ac:spMkLst>
        </pc:spChg>
        <pc:spChg chg="del mod">
          <ac:chgData name="Jakub Ctvrtnicek" userId="99c3ccad-6d0c-4589-84ba-e0c00e58ef9a" providerId="ADAL" clId="{06334A6B-565D-47DE-B911-98819E796D02}" dt="2026-05-07T10:21:12.075" v="1552" actId="478"/>
          <ac:spMkLst>
            <pc:docMk/>
            <pc:sldMk cId="663481711" sldId="2147482938"/>
            <ac:spMk id="126" creationId="{C9AAC8C0-B072-8B20-1247-B150281F47B3}"/>
          </ac:spMkLst>
        </pc:spChg>
      </pc:sldChg>
      <pc:sldChg chg="delSp modSp mod">
        <pc:chgData name="Jakub Ctvrtnicek" userId="99c3ccad-6d0c-4589-84ba-e0c00e58ef9a" providerId="ADAL" clId="{06334A6B-565D-47DE-B911-98819E796D02}" dt="2026-05-07T10:21:07.620" v="1551" actId="478"/>
        <pc:sldMkLst>
          <pc:docMk/>
          <pc:sldMk cId="1498058229" sldId="2147482939"/>
        </pc:sldMkLst>
        <pc:spChg chg="mod">
          <ac:chgData name="Jakub Ctvrtnicek" userId="99c3ccad-6d0c-4589-84ba-e0c00e58ef9a" providerId="ADAL" clId="{06334A6B-565D-47DE-B911-98819E796D02}" dt="2026-05-07T10:20:03.176" v="1536" actId="313"/>
          <ac:spMkLst>
            <pc:docMk/>
            <pc:sldMk cId="1498058229" sldId="2147482939"/>
            <ac:spMk id="2" creationId="{3415EC98-94A6-B5E7-9477-8264B9912460}"/>
          </ac:spMkLst>
        </pc:spChg>
        <pc:spChg chg="del mod">
          <ac:chgData name="Jakub Ctvrtnicek" userId="99c3ccad-6d0c-4589-84ba-e0c00e58ef9a" providerId="ADAL" clId="{06334A6B-565D-47DE-B911-98819E796D02}" dt="2026-05-07T10:21:07.620" v="1551" actId="478"/>
          <ac:spMkLst>
            <pc:docMk/>
            <pc:sldMk cId="1498058229" sldId="2147482939"/>
            <ac:spMk id="126" creationId="{5BA6A5D4-1E93-1941-335D-671D8249A14B}"/>
          </ac:spMkLst>
        </pc:spChg>
      </pc:sldChg>
      <pc:sldChg chg="delSp modSp mod">
        <pc:chgData name="Jakub Ctvrtnicek" userId="99c3ccad-6d0c-4589-84ba-e0c00e58ef9a" providerId="ADAL" clId="{06334A6B-565D-47DE-B911-98819E796D02}" dt="2026-05-07T10:21:00.502" v="1549" actId="478"/>
        <pc:sldMkLst>
          <pc:docMk/>
          <pc:sldMk cId="2716921294" sldId="2147482940"/>
        </pc:sldMkLst>
        <pc:spChg chg="del mod">
          <ac:chgData name="Jakub Ctvrtnicek" userId="99c3ccad-6d0c-4589-84ba-e0c00e58ef9a" providerId="ADAL" clId="{06334A6B-565D-47DE-B911-98819E796D02}" dt="2026-05-07T10:21:00.502" v="1549" actId="478"/>
          <ac:spMkLst>
            <pc:docMk/>
            <pc:sldMk cId="2716921294" sldId="2147482940"/>
            <ac:spMk id="126" creationId="{D2C19923-E238-3310-5472-63A06FEB148A}"/>
          </ac:spMkLst>
        </pc:spChg>
      </pc:sldChg>
      <pc:sldChg chg="delSp modSp mod">
        <pc:chgData name="Jakub Ctvrtnicek" userId="99c3ccad-6d0c-4589-84ba-e0c00e58ef9a" providerId="ADAL" clId="{06334A6B-565D-47DE-B911-98819E796D02}" dt="2026-05-07T10:21:05.490" v="1550" actId="478"/>
        <pc:sldMkLst>
          <pc:docMk/>
          <pc:sldMk cId="2556066010" sldId="2147482941"/>
        </pc:sldMkLst>
        <pc:spChg chg="mod">
          <ac:chgData name="Jakub Ctvrtnicek" userId="99c3ccad-6d0c-4589-84ba-e0c00e58ef9a" providerId="ADAL" clId="{06334A6B-565D-47DE-B911-98819E796D02}" dt="2026-05-07T10:18:54.041" v="1499" actId="313"/>
          <ac:spMkLst>
            <pc:docMk/>
            <pc:sldMk cId="2556066010" sldId="2147482941"/>
            <ac:spMk id="2" creationId="{D1AF508A-A322-BB97-D915-BFEF8183CA43}"/>
          </ac:spMkLst>
        </pc:spChg>
        <pc:spChg chg="mod">
          <ac:chgData name="Jakub Ctvrtnicek" userId="99c3ccad-6d0c-4589-84ba-e0c00e58ef9a" providerId="ADAL" clId="{06334A6B-565D-47DE-B911-98819E796D02}" dt="2026-05-07T10:18:57.395" v="1501" actId="313"/>
          <ac:spMkLst>
            <pc:docMk/>
            <pc:sldMk cId="2556066010" sldId="2147482941"/>
            <ac:spMk id="3" creationId="{2DF90D78-D6F1-B657-DA2D-9836FF33AA59}"/>
          </ac:spMkLst>
        </pc:spChg>
        <pc:spChg chg="del mod">
          <ac:chgData name="Jakub Ctvrtnicek" userId="99c3ccad-6d0c-4589-84ba-e0c00e58ef9a" providerId="ADAL" clId="{06334A6B-565D-47DE-B911-98819E796D02}" dt="2026-05-07T10:21:05.490" v="1550" actId="478"/>
          <ac:spMkLst>
            <pc:docMk/>
            <pc:sldMk cId="2556066010" sldId="2147482941"/>
            <ac:spMk id="126" creationId="{A89C4D86-3F38-9B2C-BA6B-C648FA81188A}"/>
          </ac:spMkLst>
        </pc:spChg>
      </pc:sldChg>
      <pc:sldChg chg="addSp delSp modSp add mod ord">
        <pc:chgData name="Jakub Ctvrtnicek" userId="99c3ccad-6d0c-4589-84ba-e0c00e58ef9a" providerId="ADAL" clId="{06334A6B-565D-47DE-B911-98819E796D02}" dt="2026-05-07T11:05:46.905" v="2606"/>
        <pc:sldMkLst>
          <pc:docMk/>
          <pc:sldMk cId="448901427" sldId="2147482942"/>
        </pc:sldMkLst>
        <pc:spChg chg="mod">
          <ac:chgData name="Jakub Ctvrtnicek" userId="99c3ccad-6d0c-4589-84ba-e0c00e58ef9a" providerId="ADAL" clId="{06334A6B-565D-47DE-B911-98819E796D02}" dt="2026-05-07T10:56:13.670" v="1641" actId="20577"/>
          <ac:spMkLst>
            <pc:docMk/>
            <pc:sldMk cId="448901427" sldId="2147482942"/>
            <ac:spMk id="2" creationId="{914863CB-8B49-423A-8F01-7749CD4437A3}"/>
          </ac:spMkLst>
        </pc:spChg>
        <pc:spChg chg="del">
          <ac:chgData name="Jakub Ctvrtnicek" userId="99c3ccad-6d0c-4589-84ba-e0c00e58ef9a" providerId="ADAL" clId="{06334A6B-565D-47DE-B911-98819E796D02}" dt="2026-05-07T10:56:18.071" v="1642" actId="478"/>
          <ac:spMkLst>
            <pc:docMk/>
            <pc:sldMk cId="448901427" sldId="2147482942"/>
            <ac:spMk id="3" creationId="{CD5DC135-65FF-4410-11A9-790D8F143C03}"/>
          </ac:spMkLst>
        </pc:spChg>
        <pc:spChg chg="del">
          <ac:chgData name="Jakub Ctvrtnicek" userId="99c3ccad-6d0c-4589-84ba-e0c00e58ef9a" providerId="ADAL" clId="{06334A6B-565D-47DE-B911-98819E796D02}" dt="2026-05-07T10:56:18.071" v="1642" actId="478"/>
          <ac:spMkLst>
            <pc:docMk/>
            <pc:sldMk cId="448901427" sldId="2147482942"/>
            <ac:spMk id="7" creationId="{CCCAA306-92F1-BCCE-2ECD-862D3B68B446}"/>
          </ac:spMkLst>
        </pc:spChg>
        <pc:spChg chg="add mod">
          <ac:chgData name="Jakub Ctvrtnicek" userId="99c3ccad-6d0c-4589-84ba-e0c00e58ef9a" providerId="ADAL" clId="{06334A6B-565D-47DE-B911-98819E796D02}" dt="2026-05-07T11:05:05.481" v="2576" actId="1076"/>
          <ac:spMkLst>
            <pc:docMk/>
            <pc:sldMk cId="448901427" sldId="2147482942"/>
            <ac:spMk id="10" creationId="{D3896869-5852-CBB1-F390-9122580B55F0}"/>
          </ac:spMkLst>
        </pc:spChg>
        <pc:spChg chg="del">
          <ac:chgData name="Jakub Ctvrtnicek" userId="99c3ccad-6d0c-4589-84ba-e0c00e58ef9a" providerId="ADAL" clId="{06334A6B-565D-47DE-B911-98819E796D02}" dt="2026-05-07T10:56:18.071" v="1642" actId="478"/>
          <ac:spMkLst>
            <pc:docMk/>
            <pc:sldMk cId="448901427" sldId="2147482942"/>
            <ac:spMk id="20" creationId="{D92D7E82-1CF7-C61B-F480-B3E00F12495A}"/>
          </ac:spMkLst>
        </pc:spChg>
        <pc:spChg chg="del">
          <ac:chgData name="Jakub Ctvrtnicek" userId="99c3ccad-6d0c-4589-84ba-e0c00e58ef9a" providerId="ADAL" clId="{06334A6B-565D-47DE-B911-98819E796D02}" dt="2026-05-07T10:56:18.071" v="1642" actId="478"/>
          <ac:spMkLst>
            <pc:docMk/>
            <pc:sldMk cId="448901427" sldId="2147482942"/>
            <ac:spMk id="57" creationId="{732365F7-D12D-11ED-10B2-6AC33E71180E}"/>
          </ac:spMkLst>
        </pc:spChg>
        <pc:spChg chg="del">
          <ac:chgData name="Jakub Ctvrtnicek" userId="99c3ccad-6d0c-4589-84ba-e0c00e58ef9a" providerId="ADAL" clId="{06334A6B-565D-47DE-B911-98819E796D02}" dt="2026-05-07T10:56:18.071" v="1642" actId="478"/>
          <ac:spMkLst>
            <pc:docMk/>
            <pc:sldMk cId="448901427" sldId="2147482942"/>
            <ac:spMk id="59" creationId="{8FCD9A60-3C64-6527-659D-E5C37E45B76A}"/>
          </ac:spMkLst>
        </pc:spChg>
        <pc:spChg chg="del">
          <ac:chgData name="Jakub Ctvrtnicek" userId="99c3ccad-6d0c-4589-84ba-e0c00e58ef9a" providerId="ADAL" clId="{06334A6B-565D-47DE-B911-98819E796D02}" dt="2026-05-07T10:56:18.071" v="1642" actId="478"/>
          <ac:spMkLst>
            <pc:docMk/>
            <pc:sldMk cId="448901427" sldId="2147482942"/>
            <ac:spMk id="60" creationId="{B644F62B-67C6-5F65-A8F4-B7BD526175FB}"/>
          </ac:spMkLst>
        </pc:spChg>
        <pc:spChg chg="del">
          <ac:chgData name="Jakub Ctvrtnicek" userId="99c3ccad-6d0c-4589-84ba-e0c00e58ef9a" providerId="ADAL" clId="{06334A6B-565D-47DE-B911-98819E796D02}" dt="2026-05-07T10:56:18.071" v="1642" actId="478"/>
          <ac:spMkLst>
            <pc:docMk/>
            <pc:sldMk cId="448901427" sldId="2147482942"/>
            <ac:spMk id="77" creationId="{3FC9E661-4F70-0F60-730D-9BF69F96FABA}"/>
          </ac:spMkLst>
        </pc:spChg>
        <pc:spChg chg="del">
          <ac:chgData name="Jakub Ctvrtnicek" userId="99c3ccad-6d0c-4589-84ba-e0c00e58ef9a" providerId="ADAL" clId="{06334A6B-565D-47DE-B911-98819E796D02}" dt="2026-05-07T10:56:18.071" v="1642" actId="478"/>
          <ac:spMkLst>
            <pc:docMk/>
            <pc:sldMk cId="448901427" sldId="2147482942"/>
            <ac:spMk id="79" creationId="{17FF514F-4856-0BE0-9973-DC4756A29DB4}"/>
          </ac:spMkLst>
        </pc:spChg>
        <pc:spChg chg="del">
          <ac:chgData name="Jakub Ctvrtnicek" userId="99c3ccad-6d0c-4589-84ba-e0c00e58ef9a" providerId="ADAL" clId="{06334A6B-565D-47DE-B911-98819E796D02}" dt="2026-05-07T10:56:18.071" v="1642" actId="478"/>
          <ac:spMkLst>
            <pc:docMk/>
            <pc:sldMk cId="448901427" sldId="2147482942"/>
            <ac:spMk id="81" creationId="{A006A750-9473-4957-A571-53F14FCFA775}"/>
          </ac:spMkLst>
        </pc:spChg>
        <pc:spChg chg="del">
          <ac:chgData name="Jakub Ctvrtnicek" userId="99c3ccad-6d0c-4589-84ba-e0c00e58ef9a" providerId="ADAL" clId="{06334A6B-565D-47DE-B911-98819E796D02}" dt="2026-05-07T10:56:18.071" v="1642" actId="478"/>
          <ac:spMkLst>
            <pc:docMk/>
            <pc:sldMk cId="448901427" sldId="2147482942"/>
            <ac:spMk id="82" creationId="{44B19599-FB84-A9DA-5C00-1FEDE553B62C}"/>
          </ac:spMkLst>
        </pc:spChg>
        <pc:graphicFrameChg chg="add mod modGraphic">
          <ac:chgData name="Jakub Ctvrtnicek" userId="99c3ccad-6d0c-4589-84ba-e0c00e58ef9a" providerId="ADAL" clId="{06334A6B-565D-47DE-B911-98819E796D02}" dt="2026-05-07T11:05:37.165" v="2604"/>
          <ac:graphicFrameMkLst>
            <pc:docMk/>
            <pc:sldMk cId="448901427" sldId="2147482942"/>
            <ac:graphicFrameMk id="8" creationId="{B91920E6-4634-5D57-C1BA-5E29FEAC4F9E}"/>
          </ac:graphicFrameMkLst>
        </pc:graphicFrameChg>
      </pc:sldChg>
      <pc:sldMasterChg chg="delSp mod delSldLayout modSldLayout">
        <pc:chgData name="Jakub Ctvrtnicek" userId="99c3ccad-6d0c-4589-84ba-e0c00e58ef9a" providerId="ADAL" clId="{06334A6B-565D-47DE-B911-98819E796D02}" dt="2026-05-07T10:20:46.961" v="1548" actId="478"/>
        <pc:sldMasterMkLst>
          <pc:docMk/>
          <pc:sldMasterMk cId="3286428414" sldId="2147484056"/>
        </pc:sldMasterMkLst>
        <pc:picChg chg="del">
          <ac:chgData name="Jakub Ctvrtnicek" userId="99c3ccad-6d0c-4589-84ba-e0c00e58ef9a" providerId="ADAL" clId="{06334A6B-565D-47DE-B911-98819E796D02}" dt="2026-05-07T10:20:23.790" v="1539" actId="478"/>
          <ac:picMkLst>
            <pc:docMk/>
            <pc:sldMasterMk cId="3286428414" sldId="2147484056"/>
            <ac:picMk id="6" creationId="{EE458054-F46A-A830-561D-CD30F0F12DE3}"/>
          </ac:picMkLst>
        </pc:picChg>
        <pc:sldLayoutChg chg="delSp mod">
          <pc:chgData name="Jakub Ctvrtnicek" userId="99c3ccad-6d0c-4589-84ba-e0c00e58ef9a" providerId="ADAL" clId="{06334A6B-565D-47DE-B911-98819E796D02}" dt="2026-05-07T10:20:27.176" v="1540" actId="478"/>
          <pc:sldLayoutMkLst>
            <pc:docMk/>
            <pc:sldMasterMk cId="3286428414" sldId="2147484056"/>
            <pc:sldLayoutMk cId="2283901336" sldId="2147484058"/>
          </pc:sldLayoutMkLst>
          <pc:picChg chg="del">
            <ac:chgData name="Jakub Ctvrtnicek" userId="99c3ccad-6d0c-4589-84ba-e0c00e58ef9a" providerId="ADAL" clId="{06334A6B-565D-47DE-B911-98819E796D02}" dt="2026-05-07T10:20:27.176" v="1540" actId="478"/>
            <ac:picMkLst>
              <pc:docMk/>
              <pc:sldMasterMk cId="3286428414" sldId="2147484056"/>
              <pc:sldLayoutMk cId="2283901336" sldId="2147484058"/>
              <ac:picMk id="4" creationId="{85B6B4BB-0C7D-B7AA-4E5A-9AABB6CE2D09}"/>
            </ac:picMkLst>
          </pc:picChg>
        </pc:sldLayoutChg>
        <pc:sldLayoutChg chg="delSp mod">
          <pc:chgData name="Jakub Ctvrtnicek" userId="99c3ccad-6d0c-4589-84ba-e0c00e58ef9a" providerId="ADAL" clId="{06334A6B-565D-47DE-B911-98819E796D02}" dt="2026-05-07T10:20:31.277" v="1542" actId="478"/>
          <pc:sldLayoutMkLst>
            <pc:docMk/>
            <pc:sldMasterMk cId="3286428414" sldId="2147484056"/>
            <pc:sldLayoutMk cId="4252094538" sldId="2147484062"/>
          </pc:sldLayoutMkLst>
          <pc:picChg chg="del">
            <ac:chgData name="Jakub Ctvrtnicek" userId="99c3ccad-6d0c-4589-84ba-e0c00e58ef9a" providerId="ADAL" clId="{06334A6B-565D-47DE-B911-98819E796D02}" dt="2026-05-07T10:20:31.277" v="1542" actId="478"/>
            <ac:picMkLst>
              <pc:docMk/>
              <pc:sldMasterMk cId="3286428414" sldId="2147484056"/>
              <pc:sldLayoutMk cId="4252094538" sldId="2147484062"/>
              <ac:picMk id="5" creationId="{EA2AE34F-A591-48D5-B9B5-FA580DA3AEFC}"/>
            </ac:picMkLst>
          </pc:picChg>
        </pc:sldLayoutChg>
        <pc:sldLayoutChg chg="delSp mod">
          <pc:chgData name="Jakub Ctvrtnicek" userId="99c3ccad-6d0c-4589-84ba-e0c00e58ef9a" providerId="ADAL" clId="{06334A6B-565D-47DE-B911-98819E796D02}" dt="2026-05-07T10:20:33.407" v="1543" actId="478"/>
          <pc:sldLayoutMkLst>
            <pc:docMk/>
            <pc:sldMasterMk cId="3286428414" sldId="2147484056"/>
            <pc:sldLayoutMk cId="3586547875" sldId="2147484063"/>
          </pc:sldLayoutMkLst>
          <pc:picChg chg="del">
            <ac:chgData name="Jakub Ctvrtnicek" userId="99c3ccad-6d0c-4589-84ba-e0c00e58ef9a" providerId="ADAL" clId="{06334A6B-565D-47DE-B911-98819E796D02}" dt="2026-05-07T10:20:33.407" v="1543" actId="478"/>
            <ac:picMkLst>
              <pc:docMk/>
              <pc:sldMasterMk cId="3286428414" sldId="2147484056"/>
              <pc:sldLayoutMk cId="3586547875" sldId="2147484063"/>
              <ac:picMk id="5" creationId="{CA84FC71-0E9D-D797-727E-4CEDE0B2D39D}"/>
            </ac:picMkLst>
          </pc:picChg>
        </pc:sldLayoutChg>
        <pc:sldLayoutChg chg="delSp mod">
          <pc:chgData name="Jakub Ctvrtnicek" userId="99c3ccad-6d0c-4589-84ba-e0c00e58ef9a" providerId="ADAL" clId="{06334A6B-565D-47DE-B911-98819E796D02}" dt="2026-05-07T10:20:36.208" v="1544" actId="478"/>
          <pc:sldLayoutMkLst>
            <pc:docMk/>
            <pc:sldMasterMk cId="3286428414" sldId="2147484056"/>
            <pc:sldLayoutMk cId="1644293828" sldId="2147484065"/>
          </pc:sldLayoutMkLst>
          <pc:picChg chg="del">
            <ac:chgData name="Jakub Ctvrtnicek" userId="99c3ccad-6d0c-4589-84ba-e0c00e58ef9a" providerId="ADAL" clId="{06334A6B-565D-47DE-B911-98819E796D02}" dt="2026-05-07T10:20:36.208" v="1544" actId="478"/>
            <ac:picMkLst>
              <pc:docMk/>
              <pc:sldMasterMk cId="3286428414" sldId="2147484056"/>
              <pc:sldLayoutMk cId="1644293828" sldId="2147484065"/>
              <ac:picMk id="5" creationId="{E5E80E22-47D3-0F48-B1DC-59C1ABCCCFC7}"/>
            </ac:picMkLst>
          </pc:picChg>
        </pc:sldLayoutChg>
        <pc:sldLayoutChg chg="delSp mod">
          <pc:chgData name="Jakub Ctvrtnicek" userId="99c3ccad-6d0c-4589-84ba-e0c00e58ef9a" providerId="ADAL" clId="{06334A6B-565D-47DE-B911-98819E796D02}" dt="2026-05-07T10:20:39.248" v="1545" actId="478"/>
          <pc:sldLayoutMkLst>
            <pc:docMk/>
            <pc:sldMasterMk cId="3286428414" sldId="2147484056"/>
            <pc:sldLayoutMk cId="1317963026" sldId="2147484067"/>
          </pc:sldLayoutMkLst>
          <pc:picChg chg="del">
            <ac:chgData name="Jakub Ctvrtnicek" userId="99c3ccad-6d0c-4589-84ba-e0c00e58ef9a" providerId="ADAL" clId="{06334A6B-565D-47DE-B911-98819E796D02}" dt="2026-05-07T10:20:39.248" v="1545" actId="478"/>
            <ac:picMkLst>
              <pc:docMk/>
              <pc:sldMasterMk cId="3286428414" sldId="2147484056"/>
              <pc:sldLayoutMk cId="1317963026" sldId="2147484067"/>
              <ac:picMk id="5" creationId="{550E5523-0BAD-A3EC-9DD6-640F5E9BFCF8}"/>
            </ac:picMkLst>
          </pc:picChg>
        </pc:sldLayoutChg>
        <pc:sldLayoutChg chg="delSp mod">
          <pc:chgData name="Jakub Ctvrtnicek" userId="99c3ccad-6d0c-4589-84ba-e0c00e58ef9a" providerId="ADAL" clId="{06334A6B-565D-47DE-B911-98819E796D02}" dt="2026-05-07T10:20:42.001" v="1546" actId="478"/>
          <pc:sldLayoutMkLst>
            <pc:docMk/>
            <pc:sldMasterMk cId="3286428414" sldId="2147484056"/>
            <pc:sldLayoutMk cId="688305212" sldId="2147484068"/>
          </pc:sldLayoutMkLst>
          <pc:picChg chg="del">
            <ac:chgData name="Jakub Ctvrtnicek" userId="99c3ccad-6d0c-4589-84ba-e0c00e58ef9a" providerId="ADAL" clId="{06334A6B-565D-47DE-B911-98819E796D02}" dt="2026-05-07T10:20:42.001" v="1546" actId="478"/>
            <ac:picMkLst>
              <pc:docMk/>
              <pc:sldMasterMk cId="3286428414" sldId="2147484056"/>
              <pc:sldLayoutMk cId="688305212" sldId="2147484068"/>
              <ac:picMk id="5" creationId="{3332B9C5-E448-BB1F-8961-7EB86FA0F428}"/>
            </ac:picMkLst>
          </pc:picChg>
        </pc:sldLayoutChg>
        <pc:sldLayoutChg chg="delSp mod">
          <pc:chgData name="Jakub Ctvrtnicek" userId="99c3ccad-6d0c-4589-84ba-e0c00e58ef9a" providerId="ADAL" clId="{06334A6B-565D-47DE-B911-98819E796D02}" dt="2026-05-07T10:20:44.897" v="1547" actId="478"/>
          <pc:sldLayoutMkLst>
            <pc:docMk/>
            <pc:sldMasterMk cId="3286428414" sldId="2147484056"/>
            <pc:sldLayoutMk cId="228143526" sldId="2147484071"/>
          </pc:sldLayoutMkLst>
          <pc:picChg chg="del">
            <ac:chgData name="Jakub Ctvrtnicek" userId="99c3ccad-6d0c-4589-84ba-e0c00e58ef9a" providerId="ADAL" clId="{06334A6B-565D-47DE-B911-98819E796D02}" dt="2026-05-07T10:20:44.897" v="1547" actId="478"/>
            <ac:picMkLst>
              <pc:docMk/>
              <pc:sldMasterMk cId="3286428414" sldId="2147484056"/>
              <pc:sldLayoutMk cId="228143526" sldId="2147484071"/>
              <ac:picMk id="5" creationId="{30959F94-2AF8-C3F4-47DD-AAF1B210EBC5}"/>
            </ac:picMkLst>
          </pc:picChg>
        </pc:sldLayoutChg>
        <pc:sldLayoutChg chg="delSp mod">
          <pc:chgData name="Jakub Ctvrtnicek" userId="99c3ccad-6d0c-4589-84ba-e0c00e58ef9a" providerId="ADAL" clId="{06334A6B-565D-47DE-B911-98819E796D02}" dt="2026-05-07T10:20:46.961" v="1548" actId="478"/>
          <pc:sldLayoutMkLst>
            <pc:docMk/>
            <pc:sldMasterMk cId="3286428414" sldId="2147484056"/>
            <pc:sldLayoutMk cId="1166524331" sldId="2147484072"/>
          </pc:sldLayoutMkLst>
          <pc:picChg chg="del">
            <ac:chgData name="Jakub Ctvrtnicek" userId="99c3ccad-6d0c-4589-84ba-e0c00e58ef9a" providerId="ADAL" clId="{06334A6B-565D-47DE-B911-98819E796D02}" dt="2026-05-07T10:20:46.961" v="1548" actId="478"/>
            <ac:picMkLst>
              <pc:docMk/>
              <pc:sldMasterMk cId="3286428414" sldId="2147484056"/>
              <pc:sldLayoutMk cId="1166524331" sldId="2147484072"/>
              <ac:picMk id="5" creationId="{9B0A493F-1134-CE2E-8D63-5F8063CA02DD}"/>
            </ac:picMkLst>
          </pc:picChg>
        </pc:sldLayoutChg>
        <pc:sldLayoutChg chg="delSp mod">
          <pc:chgData name="Jakub Ctvrtnicek" userId="99c3ccad-6d0c-4589-84ba-e0c00e58ef9a" providerId="ADAL" clId="{06334A6B-565D-47DE-B911-98819E796D02}" dt="2026-05-07T10:20:29.242" v="1541" actId="478"/>
          <pc:sldLayoutMkLst>
            <pc:docMk/>
            <pc:sldMasterMk cId="3286428414" sldId="2147484056"/>
            <pc:sldLayoutMk cId="1849295646" sldId="2147484100"/>
          </pc:sldLayoutMkLst>
          <pc:picChg chg="del">
            <ac:chgData name="Jakub Ctvrtnicek" userId="99c3ccad-6d0c-4589-84ba-e0c00e58ef9a" providerId="ADAL" clId="{06334A6B-565D-47DE-B911-98819E796D02}" dt="2026-05-07T10:20:29.242" v="1541" actId="478"/>
            <ac:picMkLst>
              <pc:docMk/>
              <pc:sldMasterMk cId="3286428414" sldId="2147484056"/>
              <pc:sldLayoutMk cId="1849295646" sldId="2147484100"/>
              <ac:picMk id="6" creationId="{A3F22113-2F73-BBBA-A2F8-A1961F432F74}"/>
            </ac:picMkLst>
          </pc:picChg>
        </pc:sldLayoutChg>
        <pc:sldLayoutChg chg="del">
          <pc:chgData name="Jakub Ctvrtnicek" userId="99c3ccad-6d0c-4589-84ba-e0c00e58ef9a" providerId="ADAL" clId="{06334A6B-565D-47DE-B911-98819E796D02}" dt="2026-05-07T10:17:18.172" v="1484" actId="47"/>
          <pc:sldLayoutMkLst>
            <pc:docMk/>
            <pc:sldMasterMk cId="3286428414" sldId="2147484056"/>
            <pc:sldLayoutMk cId="1352955439" sldId="2147484108"/>
          </pc:sldLayoutMkLst>
        </pc:sldLayoutChg>
      </pc:sldMasterChg>
    </pc:docChg>
  </pc:docChgLst>
  <pc:docChgLst>
    <pc:chgData name="Dirk Heinze" userId="S::dirk.heinze@wisetechglobal.com::d49270cc-2d97-4585-8aa3-5ae088553c5f" providerId="AD" clId="Web-{9D0E4A03-7F85-4A07-50D8-02B638C04529}"/>
    <pc:docChg chg="modSld">
      <pc:chgData name="Dirk Heinze" userId="S::dirk.heinze@wisetechglobal.com::d49270cc-2d97-4585-8aa3-5ae088553c5f" providerId="AD" clId="Web-{9D0E4A03-7F85-4A07-50D8-02B638C04529}" dt="2026-04-10T06:45:47.157" v="21" actId="1076"/>
      <pc:docMkLst>
        <pc:docMk/>
      </pc:docMkLst>
    </pc:docChg>
  </pc:docChgLst>
  <pc:docChgLst>
    <pc:chgData name="Gregorio Rodriguez Canton" userId="S::gregorio.rodriguez@wisetechglobal.com::431eacdb-0cb8-4426-902a-b568c6b07b9f" providerId="AD" clId="Web-{F9FF7848-4611-2B9A-3ABA-02611A903962}"/>
    <pc:docChg chg="addSld delSld modSld">
      <pc:chgData name="Gregorio Rodriguez Canton" userId="S::gregorio.rodriguez@wisetechglobal.com::431eacdb-0cb8-4426-902a-b568c6b07b9f" providerId="AD" clId="Web-{F9FF7848-4611-2B9A-3ABA-02611A903962}" dt="2026-04-10T06:28:44.818" v="157" actId="20577"/>
      <pc:docMkLst>
        <pc:docMk/>
      </pc:docMkLst>
      <pc:sldChg chg="add">
        <pc:chgData name="Gregorio Rodriguez Canton" userId="S::gregorio.rodriguez@wisetechglobal.com::431eacdb-0cb8-4426-902a-b568c6b07b9f" providerId="AD" clId="Web-{F9FF7848-4611-2B9A-3ABA-02611A903962}" dt="2026-04-10T05:59:49.740" v="0"/>
        <pc:sldMkLst>
          <pc:docMk/>
          <pc:sldMk cId="1826709844" sldId="2147482911"/>
        </pc:sldMkLst>
      </pc:sldChg>
      <pc:sldChg chg="add">
        <pc:chgData name="Gregorio Rodriguez Canton" userId="S::gregorio.rodriguez@wisetechglobal.com::431eacdb-0cb8-4426-902a-b568c6b07b9f" providerId="AD" clId="Web-{F9FF7848-4611-2B9A-3ABA-02611A903962}" dt="2026-04-10T05:59:49.803" v="1"/>
        <pc:sldMkLst>
          <pc:docMk/>
          <pc:sldMk cId="1727255102" sldId="2147482912"/>
        </pc:sldMkLst>
      </pc:sldChg>
      <pc:sldChg chg="addSp modSp add">
        <pc:chgData name="Gregorio Rodriguez Canton" userId="S::gregorio.rodriguez@wisetechglobal.com::431eacdb-0cb8-4426-902a-b568c6b07b9f" providerId="AD" clId="Web-{F9FF7848-4611-2B9A-3ABA-02611A903962}" dt="2026-04-10T06:28:16.255" v="149" actId="20577"/>
        <pc:sldMkLst>
          <pc:docMk/>
          <pc:sldMk cId="2818731585" sldId="2147482913"/>
        </pc:sldMkLst>
        <pc:spChg chg="add mod">
          <ac:chgData name="Gregorio Rodriguez Canton" userId="S::gregorio.rodriguez@wisetechglobal.com::431eacdb-0cb8-4426-902a-b568c6b07b9f" providerId="AD" clId="Web-{F9FF7848-4611-2B9A-3ABA-02611A903962}" dt="2026-04-10T06:28:16.255" v="149" actId="20577"/>
          <ac:spMkLst>
            <pc:docMk/>
            <pc:sldMk cId="2818731585" sldId="2147482913"/>
            <ac:spMk id="4" creationId="{E068B0CB-AF1D-E544-B22D-A4868D271C76}"/>
          </ac:spMkLst>
        </pc:spChg>
      </pc:sldChg>
      <pc:sldChg chg="add">
        <pc:chgData name="Gregorio Rodriguez Canton" userId="S::gregorio.rodriguez@wisetechglobal.com::431eacdb-0cb8-4426-902a-b568c6b07b9f" providerId="AD" clId="Web-{F9FF7848-4611-2B9A-3ABA-02611A903962}" dt="2026-04-10T05:59:52.990" v="18"/>
        <pc:sldMkLst>
          <pc:docMk/>
          <pc:sldMk cId="3522743239" sldId="2147482929"/>
        </pc:sldMkLst>
      </pc:sldChg>
      <pc:sldChg chg="add">
        <pc:chgData name="Gregorio Rodriguez Canton" userId="S::gregorio.rodriguez@wisetechglobal.com::431eacdb-0cb8-4426-902a-b568c6b07b9f" providerId="AD" clId="Web-{F9FF7848-4611-2B9A-3ABA-02611A903962}" dt="2026-04-10T05:59:53.147" v="20"/>
        <pc:sldMkLst>
          <pc:docMk/>
          <pc:sldMk cId="609199331" sldId="2147482931"/>
        </pc:sldMkLst>
      </pc:sldChg>
      <pc:sldChg chg="add">
        <pc:chgData name="Gregorio Rodriguez Canton" userId="S::gregorio.rodriguez@wisetechglobal.com::431eacdb-0cb8-4426-902a-b568c6b07b9f" providerId="AD" clId="Web-{F9FF7848-4611-2B9A-3ABA-02611A903962}" dt="2026-04-10T05:59:53.459" v="21"/>
        <pc:sldMkLst>
          <pc:docMk/>
          <pc:sldMk cId="953203516" sldId="2147482932"/>
        </pc:sldMkLst>
      </pc:sldChg>
      <pc:sldChg chg="modSp add">
        <pc:chgData name="Gregorio Rodriguez Canton" userId="S::gregorio.rodriguez@wisetechglobal.com::431eacdb-0cb8-4426-902a-b568c6b07b9f" providerId="AD" clId="Web-{F9FF7848-4611-2B9A-3ABA-02611A903962}" dt="2026-04-10T06:01:24.335" v="39" actId="20577"/>
        <pc:sldMkLst>
          <pc:docMk/>
          <pc:sldMk cId="3533538847" sldId="2147482933"/>
        </pc:sldMkLst>
        <pc:spChg chg="mod">
          <ac:chgData name="Gregorio Rodriguez Canton" userId="S::gregorio.rodriguez@wisetechglobal.com::431eacdb-0cb8-4426-902a-b568c6b07b9f" providerId="AD" clId="Web-{F9FF7848-4611-2B9A-3ABA-02611A903962}" dt="2026-04-10T06:01:04.225" v="33" actId="20577"/>
          <ac:spMkLst>
            <pc:docMk/>
            <pc:sldMk cId="3533538847" sldId="2147482933"/>
            <ac:spMk id="85" creationId="{143423DD-0AB0-4F87-E7AF-CF67DBB63980}"/>
          </ac:spMkLst>
        </pc:spChg>
        <pc:spChg chg="mod">
          <ac:chgData name="Gregorio Rodriguez Canton" userId="S::gregorio.rodriguez@wisetechglobal.com::431eacdb-0cb8-4426-902a-b568c6b07b9f" providerId="AD" clId="Web-{F9FF7848-4611-2B9A-3ABA-02611A903962}" dt="2026-04-10T06:01:24.335" v="39" actId="20577"/>
          <ac:spMkLst>
            <pc:docMk/>
            <pc:sldMk cId="3533538847" sldId="2147482933"/>
            <ac:spMk id="125" creationId="{25F6C2FC-4857-37B2-254A-E9036274956C}"/>
          </ac:spMkLst>
        </pc:spChg>
      </pc:sldChg>
      <pc:sldChg chg="add">
        <pc:chgData name="Gregorio Rodriguez Canton" userId="S::gregorio.rodriguez@wisetechglobal.com::431eacdb-0cb8-4426-902a-b568c6b07b9f" providerId="AD" clId="Web-{F9FF7848-4611-2B9A-3ABA-02611A903962}" dt="2026-04-10T05:59:53.600" v="23"/>
        <pc:sldMkLst>
          <pc:docMk/>
          <pc:sldMk cId="2029172415" sldId="2147482934"/>
        </pc:sldMkLst>
      </pc:sldChg>
      <pc:sldChg chg="add">
        <pc:chgData name="Gregorio Rodriguez Canton" userId="S::gregorio.rodriguez@wisetechglobal.com::431eacdb-0cb8-4426-902a-b568c6b07b9f" providerId="AD" clId="Web-{F9FF7848-4611-2B9A-3ABA-02611A903962}" dt="2026-04-10T05:59:53.740" v="24"/>
        <pc:sldMkLst>
          <pc:docMk/>
          <pc:sldMk cId="4024639494" sldId="2147482935"/>
        </pc:sldMkLst>
      </pc:sldChg>
      <pc:sldChg chg="add">
        <pc:chgData name="Gregorio Rodriguez Canton" userId="S::gregorio.rodriguez@wisetechglobal.com::431eacdb-0cb8-4426-902a-b568c6b07b9f" providerId="AD" clId="Web-{F9FF7848-4611-2B9A-3ABA-02611A903962}" dt="2026-04-10T05:59:53.881" v="25"/>
        <pc:sldMkLst>
          <pc:docMk/>
          <pc:sldMk cId="129697146" sldId="2147482936"/>
        </pc:sldMkLst>
      </pc:sldChg>
      <pc:sldChg chg="add">
        <pc:chgData name="Gregorio Rodriguez Canton" userId="S::gregorio.rodriguez@wisetechglobal.com::431eacdb-0cb8-4426-902a-b568c6b07b9f" providerId="AD" clId="Web-{F9FF7848-4611-2B9A-3ABA-02611A903962}" dt="2026-04-10T05:59:54.006" v="26"/>
        <pc:sldMkLst>
          <pc:docMk/>
          <pc:sldMk cId="1071598287" sldId="2147482937"/>
        </pc:sldMkLst>
      </pc:sldChg>
      <pc:sldChg chg="add">
        <pc:chgData name="Gregorio Rodriguez Canton" userId="S::gregorio.rodriguez@wisetechglobal.com::431eacdb-0cb8-4426-902a-b568c6b07b9f" providerId="AD" clId="Web-{F9FF7848-4611-2B9A-3ABA-02611A903962}" dt="2026-04-10T05:59:54.131" v="27"/>
        <pc:sldMkLst>
          <pc:docMk/>
          <pc:sldMk cId="663481711" sldId="2147482938"/>
        </pc:sldMkLst>
      </pc:sldChg>
      <pc:sldChg chg="addSp modSp add">
        <pc:chgData name="Gregorio Rodriguez Canton" userId="S::gregorio.rodriguez@wisetechglobal.com::431eacdb-0cb8-4426-902a-b568c6b07b9f" providerId="AD" clId="Web-{F9FF7848-4611-2B9A-3ABA-02611A903962}" dt="2026-04-10T06:13:22.370" v="138"/>
        <pc:sldMkLst>
          <pc:docMk/>
          <pc:sldMk cId="1498058229" sldId="2147482939"/>
        </pc:sldMkLst>
        <pc:spChg chg="add mod">
          <ac:chgData name="Gregorio Rodriguez Canton" userId="S::gregorio.rodriguez@wisetechglobal.com::431eacdb-0cb8-4426-902a-b568c6b07b9f" providerId="AD" clId="Web-{F9FF7848-4611-2B9A-3ABA-02611A903962}" dt="2026-04-10T06:13:22.370" v="138"/>
          <ac:spMkLst>
            <pc:docMk/>
            <pc:sldMk cId="1498058229" sldId="2147482939"/>
            <ac:spMk id="4" creationId="{5ACD22E7-C1CE-CFD5-73F5-3C515DF9F254}"/>
          </ac:spMkLst>
        </pc:spChg>
      </pc:sldChg>
      <pc:sldChg chg="add">
        <pc:chgData name="Gregorio Rodriguez Canton" userId="S::gregorio.rodriguez@wisetechglobal.com::431eacdb-0cb8-4426-902a-b568c6b07b9f" providerId="AD" clId="Web-{F9FF7848-4611-2B9A-3ABA-02611A903962}" dt="2026-04-10T05:59:54.365" v="29"/>
        <pc:sldMkLst>
          <pc:docMk/>
          <pc:sldMk cId="2716921294" sldId="2147482940"/>
        </pc:sldMkLst>
      </pc:sldChg>
      <pc:sldChg chg="add">
        <pc:chgData name="Gregorio Rodriguez Canton" userId="S::gregorio.rodriguez@wisetechglobal.com::431eacdb-0cb8-4426-902a-b568c6b07b9f" providerId="AD" clId="Web-{F9FF7848-4611-2B9A-3ABA-02611A903962}" dt="2026-04-10T05:59:54.428" v="30"/>
        <pc:sldMkLst>
          <pc:docMk/>
          <pc:sldMk cId="2556066010" sldId="2147482941"/>
        </pc:sldMkLst>
      </pc:sldChg>
      <pc:sldMasterChg chg="addSldLayout">
        <pc:chgData name="Gregorio Rodriguez Canton" userId="S::gregorio.rodriguez@wisetechglobal.com::431eacdb-0cb8-4426-902a-b568c6b07b9f" providerId="AD" clId="Web-{F9FF7848-4611-2B9A-3ABA-02611A903962}" dt="2026-04-10T05:59:53.459" v="21"/>
        <pc:sldMasterMkLst>
          <pc:docMk/>
          <pc:sldMasterMk cId="3286428414" sldId="2147484056"/>
        </pc:sldMasterMkLst>
        <pc:sldLayoutChg chg="add">
          <pc:chgData name="Gregorio Rodriguez Canton" userId="S::gregorio.rodriguez@wisetechglobal.com::431eacdb-0cb8-4426-902a-b568c6b07b9f" providerId="AD" clId="Web-{F9FF7848-4611-2B9A-3ABA-02611A903962}" dt="2026-04-10T05:59:53.459" v="21"/>
          <pc:sldLayoutMkLst>
            <pc:docMk/>
            <pc:sldMasterMk cId="3286428414" sldId="2147484056"/>
            <pc:sldLayoutMk cId="3127026282" sldId="214748411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593" y="0"/>
            <a:ext cx="4341337" cy="3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433" rIns="0" bIns="42433" numCol="1" anchor="b" anchorCtr="0" compatLnSpc="1">
            <a:prstTxWarp prst="textNoShape">
              <a:avLst/>
            </a:prstTxWarp>
          </a:bodyPr>
          <a:lstStyle>
            <a:lvl1pPr algn="l" defTabSz="928312" eaLnBrk="0" hangingPunct="0">
              <a:lnSpc>
                <a:spcPct val="100000"/>
              </a:lnSpc>
              <a:buClrTx/>
              <a:defRPr sz="1300"/>
            </a:lvl1pPr>
          </a:lstStyle>
          <a:p>
            <a:endParaRPr lang="de-CH">
              <a:latin typeface="Arial"/>
            </a:endParaRPr>
          </a:p>
        </p:txBody>
      </p:sp>
      <p:sp>
        <p:nvSpPr>
          <p:cNvPr id="3075" name="Rectangle 3"/>
          <p:cNvSpPr>
            <a:spLocks noGrp="1" noChangeArrowheads="1"/>
          </p:cNvSpPr>
          <p:nvPr>
            <p:ph type="dt" sz="quarter" idx="1"/>
          </p:nvPr>
        </p:nvSpPr>
        <p:spPr bwMode="auto">
          <a:xfrm>
            <a:off x="5640541" y="0"/>
            <a:ext cx="4334928" cy="3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433" rIns="0" bIns="42433" numCol="1" anchor="b" anchorCtr="0" compatLnSpc="1">
            <a:prstTxWarp prst="textNoShape">
              <a:avLst/>
            </a:prstTxWarp>
          </a:bodyPr>
          <a:lstStyle>
            <a:lvl1pPr algn="r" defTabSz="928312" eaLnBrk="0" hangingPunct="0">
              <a:lnSpc>
                <a:spcPct val="100000"/>
              </a:lnSpc>
              <a:buClrTx/>
              <a:defRPr sz="1300"/>
            </a:lvl1pPr>
          </a:lstStyle>
          <a:p>
            <a:endParaRPr lang="de-CH">
              <a:latin typeface="Arial"/>
            </a:endParaRPr>
          </a:p>
        </p:txBody>
      </p:sp>
      <p:sp>
        <p:nvSpPr>
          <p:cNvPr id="3076" name="Rectangle 4"/>
          <p:cNvSpPr>
            <a:spLocks noGrp="1" noChangeArrowheads="1"/>
          </p:cNvSpPr>
          <p:nvPr>
            <p:ph type="ftr" sz="quarter" idx="2"/>
          </p:nvPr>
        </p:nvSpPr>
        <p:spPr bwMode="auto">
          <a:xfrm>
            <a:off x="-1593" y="6574869"/>
            <a:ext cx="4341337" cy="34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433" rIns="0" bIns="42433" numCol="1" anchor="b" anchorCtr="0" compatLnSpc="1">
            <a:prstTxWarp prst="textNoShape">
              <a:avLst/>
            </a:prstTxWarp>
          </a:bodyPr>
          <a:lstStyle>
            <a:lvl1pPr algn="l" defTabSz="928312" eaLnBrk="0" hangingPunct="0">
              <a:lnSpc>
                <a:spcPct val="100000"/>
              </a:lnSpc>
              <a:buClrTx/>
              <a:defRPr sz="1300"/>
            </a:lvl1pPr>
          </a:lstStyle>
          <a:p>
            <a:endParaRPr lang="de-CH">
              <a:latin typeface="Arial"/>
            </a:endParaRPr>
          </a:p>
        </p:txBody>
      </p:sp>
      <p:sp>
        <p:nvSpPr>
          <p:cNvPr id="3077" name="Rectangle 5"/>
          <p:cNvSpPr>
            <a:spLocks noGrp="1" noChangeArrowheads="1"/>
          </p:cNvSpPr>
          <p:nvPr>
            <p:ph type="sldNum" sz="quarter" idx="3"/>
          </p:nvPr>
        </p:nvSpPr>
        <p:spPr bwMode="auto">
          <a:xfrm>
            <a:off x="5640541" y="6574869"/>
            <a:ext cx="4334928" cy="34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433" rIns="0" bIns="42433" numCol="1" anchor="b" anchorCtr="0" compatLnSpc="1">
            <a:prstTxWarp prst="textNoShape">
              <a:avLst/>
            </a:prstTxWarp>
          </a:bodyPr>
          <a:lstStyle>
            <a:lvl1pPr algn="r" defTabSz="928312" eaLnBrk="0" hangingPunct="0">
              <a:lnSpc>
                <a:spcPct val="100000"/>
              </a:lnSpc>
              <a:buClrTx/>
              <a:defRPr sz="1300"/>
            </a:lvl1pPr>
          </a:lstStyle>
          <a:p>
            <a:fld id="{0D307AED-C199-47F2-9269-BE9F8E27F552}" type="slidenum">
              <a:rPr lang="de-CH">
                <a:latin typeface="Arial"/>
              </a:rPr>
              <a:pPr/>
              <a:t>‹#›</a:t>
            </a:fld>
            <a:endParaRPr lang="de-CH">
              <a:latin typeface="Arial"/>
            </a:endParaRPr>
          </a:p>
        </p:txBody>
      </p:sp>
    </p:spTree>
    <p:extLst>
      <p:ext uri="{BB962C8B-B14F-4D97-AF65-F5344CB8AC3E}">
        <p14:creationId xmlns:p14="http://schemas.microsoft.com/office/powerpoint/2010/main" val="389193910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7:57:24.689"/>
    </inkml:context>
    <inkml:brush xml:id="br0">
      <inkml:brushProperty name="width" value="0.05" units="cm"/>
      <inkml:brushProperty name="height" value="0.05" units="cm"/>
    </inkml:brush>
  </inkml:definitions>
  <inkml:trace contextRef="#ctx0" brushRef="#br0">0 0 24575,'8'9'0,"6"1"0,0 4 0,3-2 0,2-3 0,8-2 0,-1-3-8191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7T17:57:24.689"/>
    </inkml:context>
    <inkml:brush xml:id="br0">
      <inkml:brushProperty name="width" value="0.05" units="cm"/>
      <inkml:brushProperty name="height" value="0.05" units="cm"/>
    </inkml:brush>
  </inkml:definitions>
  <inkml:trace contextRef="#ctx0" brushRef="#br0">0 0 24575,'8'9'0,"6"1"0,0 4 0,3-2 0,2-3 0,8-2 0,-1-3-8191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819569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440" kern="1200">
        <a:solidFill>
          <a:schemeClr val="tx1"/>
        </a:solidFill>
        <a:latin typeface="Credit Suisse Type Roman" pitchFamily="34" charset="0"/>
        <a:ea typeface="+mn-ea"/>
        <a:cs typeface="Arial" charset="0"/>
      </a:defRPr>
    </a:lvl1pPr>
    <a:lvl2pPr marL="548640" algn="l" rtl="0" fontAlgn="base">
      <a:spcBef>
        <a:spcPct val="30000"/>
      </a:spcBef>
      <a:spcAft>
        <a:spcPct val="0"/>
      </a:spcAft>
      <a:defRPr sz="1440" kern="1200">
        <a:solidFill>
          <a:schemeClr val="tx1"/>
        </a:solidFill>
        <a:latin typeface="Credit Suisse Type Roman" pitchFamily="34" charset="0"/>
        <a:ea typeface="+mn-ea"/>
        <a:cs typeface="Arial" charset="0"/>
      </a:defRPr>
    </a:lvl2pPr>
    <a:lvl3pPr marL="1097280" algn="l" rtl="0" fontAlgn="base">
      <a:spcBef>
        <a:spcPct val="30000"/>
      </a:spcBef>
      <a:spcAft>
        <a:spcPct val="0"/>
      </a:spcAft>
      <a:defRPr sz="1440" kern="1200">
        <a:solidFill>
          <a:schemeClr val="tx1"/>
        </a:solidFill>
        <a:latin typeface="Credit Suisse Type Roman" pitchFamily="34" charset="0"/>
        <a:ea typeface="+mn-ea"/>
        <a:cs typeface="Arial" charset="0"/>
      </a:defRPr>
    </a:lvl3pPr>
    <a:lvl4pPr marL="1645920" algn="l" rtl="0" fontAlgn="base">
      <a:spcBef>
        <a:spcPct val="30000"/>
      </a:spcBef>
      <a:spcAft>
        <a:spcPct val="0"/>
      </a:spcAft>
      <a:defRPr sz="1440" kern="1200">
        <a:solidFill>
          <a:schemeClr val="tx1"/>
        </a:solidFill>
        <a:latin typeface="Credit Suisse Type Roman" pitchFamily="34" charset="0"/>
        <a:ea typeface="+mn-ea"/>
        <a:cs typeface="Arial" charset="0"/>
      </a:defRPr>
    </a:lvl4pPr>
    <a:lvl5pPr marL="2194560" algn="l" rtl="0" fontAlgn="base">
      <a:spcBef>
        <a:spcPct val="30000"/>
      </a:spcBef>
      <a:spcAft>
        <a:spcPct val="0"/>
      </a:spcAft>
      <a:defRPr sz="1440" kern="1200">
        <a:solidFill>
          <a:schemeClr val="tx1"/>
        </a:solidFill>
        <a:latin typeface="Credit Suisse Type Roman" pitchFamily="34" charset="0"/>
        <a:ea typeface="+mn-ea"/>
        <a:cs typeface="Arial" charset="0"/>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8F6DF-9B41-2497-7F6B-7C35BF688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B5F8B-96CC-94D2-D156-81A391096A5C}"/>
              </a:ext>
            </a:extLst>
          </p:cNvPr>
          <p:cNvSpPr>
            <a:spLocks noGrp="1" noRot="1" noChangeAspect="1"/>
          </p:cNvSpPr>
          <p:nvPr>
            <p:ph type="sldImg"/>
          </p:nvPr>
        </p:nvSpPr>
        <p:spPr>
          <a:xfrm>
            <a:off x="2914650" y="857250"/>
            <a:ext cx="4116388" cy="2314575"/>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E01E7997-E89A-3708-26BA-78AEAF337C8F}"/>
              </a:ext>
            </a:extLst>
          </p:cNvPr>
          <p:cNvSpPr>
            <a:spLocks noGrp="1"/>
          </p:cNvSpPr>
          <p:nvPr>
            <p:ph type="body" idx="1"/>
          </p:nvPr>
        </p:nvSpPr>
        <p:spPr>
          <a:xfrm>
            <a:off x="995253" y="3300255"/>
            <a:ext cx="7955182" cy="2700495"/>
          </a:xfrm>
          <a:prstGeom prst="rect">
            <a:avLst/>
          </a:prstGeom>
        </p:spPr>
        <p:txBody>
          <a:bodyPr/>
          <a:lstStyle/>
          <a:p>
            <a:r>
              <a:rPr lang="en-US"/>
              <a:t>Is Coupa able to transfer shipment with Serial numbers? </a:t>
            </a:r>
          </a:p>
        </p:txBody>
      </p:sp>
    </p:spTree>
    <p:extLst>
      <p:ext uri="{BB962C8B-B14F-4D97-AF65-F5344CB8AC3E}">
        <p14:creationId xmlns:p14="http://schemas.microsoft.com/office/powerpoint/2010/main" val="3609102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43225" y="862013"/>
            <a:ext cx="4132263" cy="2324100"/>
          </a:xfrm>
          <a:prstGeom prst="rect">
            <a:avLst/>
          </a:prstGeom>
          <a:noFill/>
          <a:ln w="12700">
            <a:solidFill>
              <a:prstClr val="black"/>
            </a:solidFill>
          </a:ln>
        </p:spPr>
      </p:sp>
      <p:sp>
        <p:nvSpPr>
          <p:cNvPr id="3" name="Notes Placeholder 2"/>
          <p:cNvSpPr>
            <a:spLocks noGrp="1"/>
          </p:cNvSpPr>
          <p:nvPr>
            <p:ph type="body" idx="1"/>
          </p:nvPr>
        </p:nvSpPr>
        <p:spPr>
          <a:xfrm>
            <a:off x="1001713" y="3316288"/>
            <a:ext cx="8015287" cy="2713037"/>
          </a:xfrm>
          <a:prstGeom prst="rect">
            <a:avLst/>
          </a:prstGeom>
        </p:spPr>
        <p:txBody>
          <a:bodyPr/>
          <a:lstStyle/>
          <a:p>
            <a:r>
              <a:rPr lang="en-US"/>
              <a:t>KEY ASSUMPTION – using only GET method, no POST or PATCH method used. In POC we do not generate / orchestrate data</a:t>
            </a:r>
          </a:p>
          <a:p>
            <a:endParaRPr lang="en-US"/>
          </a:p>
          <a:p>
            <a:r>
              <a:rPr lang="en-US" b="1"/>
              <a:t>Return Order </a:t>
            </a:r>
            <a:r>
              <a:rPr lang="en-US"/>
              <a:t>– not implemented – no GET method </a:t>
            </a:r>
          </a:p>
          <a:p>
            <a:r>
              <a:rPr lang="en-US"/>
              <a:t>Return order comes with Order Interface</a:t>
            </a:r>
          </a:p>
          <a:p>
            <a:r>
              <a:rPr lang="en-US"/>
              <a:t>What Returns V1 deals with are dealings with return packaging and physical receiving – but from the YAML nor from PDF was this very clear.</a:t>
            </a:r>
          </a:p>
          <a:p>
            <a:endParaRPr lang="en-US"/>
          </a:p>
          <a:p>
            <a:r>
              <a:rPr lang="en-US" b="1"/>
              <a:t>Inventory Reports </a:t>
            </a:r>
          </a:p>
          <a:p>
            <a:pPr marL="285750" indent="-285750">
              <a:buFontTx/>
              <a:buChar char="-"/>
            </a:pPr>
            <a:r>
              <a:rPr lang="en-US"/>
              <a:t>These represents counts, or reports of each product per each location; although these are very interesting for analytics, for POC working execution model these are not useful, on contrary we (E2open’s IMS would be able to show this data, provide data to Backoffice or to Analytics) </a:t>
            </a:r>
          </a:p>
          <a:p>
            <a:pPr marL="285750" indent="-285750">
              <a:buFontTx/>
              <a:buChar char="-"/>
            </a:pPr>
            <a:endParaRPr lang="en-AT"/>
          </a:p>
        </p:txBody>
      </p:sp>
    </p:spTree>
    <p:extLst>
      <p:ext uri="{BB962C8B-B14F-4D97-AF65-F5344CB8AC3E}">
        <p14:creationId xmlns:p14="http://schemas.microsoft.com/office/powerpoint/2010/main" val="1820346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B04E-9C90-D367-5CA7-B8D675BC1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D1F0B-230E-0A5A-3E6E-AA2865ACF3B0}"/>
              </a:ext>
            </a:extLst>
          </p:cNvPr>
          <p:cNvSpPr>
            <a:spLocks noGrp="1" noRot="1" noChangeAspect="1"/>
          </p:cNvSpPr>
          <p:nvPr>
            <p:ph type="sldImg"/>
          </p:nvPr>
        </p:nvSpPr>
        <p:spPr>
          <a:xfrm>
            <a:off x="2914650" y="857250"/>
            <a:ext cx="4116388" cy="2314575"/>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48752BB8-E7B3-4BE8-6BD0-EF1464D83A37}"/>
              </a:ext>
            </a:extLst>
          </p:cNvPr>
          <p:cNvSpPr>
            <a:spLocks noGrp="1"/>
          </p:cNvSpPr>
          <p:nvPr>
            <p:ph type="body" idx="1"/>
          </p:nvPr>
        </p:nvSpPr>
        <p:spPr>
          <a:xfrm>
            <a:off x="995253" y="3300255"/>
            <a:ext cx="7955182" cy="2700495"/>
          </a:xfrm>
          <a:prstGeom prst="rect">
            <a:avLst/>
          </a:prstGeom>
        </p:spPr>
        <p:txBody>
          <a:bodyPr/>
          <a:lstStyle/>
          <a:p>
            <a:r>
              <a:rPr lang="en-US" err="1"/>
              <a:t>AssignedToMerchant</a:t>
            </a:r>
            <a:endParaRPr lang="en-US"/>
          </a:p>
          <a:p>
            <a:r>
              <a:rPr lang="en-US"/>
              <a:t>Placed</a:t>
            </a:r>
          </a:p>
        </p:txBody>
      </p:sp>
    </p:spTree>
    <p:extLst>
      <p:ext uri="{BB962C8B-B14F-4D97-AF65-F5344CB8AC3E}">
        <p14:creationId xmlns:p14="http://schemas.microsoft.com/office/powerpoint/2010/main" val="424497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A5D5-0C09-7819-395A-975D3B33E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9AA9F-D079-EA4F-FE22-CE784BF4C22F}"/>
              </a:ext>
            </a:extLst>
          </p:cNvPr>
          <p:cNvSpPr>
            <a:spLocks noGrp="1" noRot="1" noChangeAspect="1"/>
          </p:cNvSpPr>
          <p:nvPr>
            <p:ph type="sldImg"/>
          </p:nvPr>
        </p:nvSpPr>
        <p:spPr>
          <a:xfrm>
            <a:off x="2914650" y="857250"/>
            <a:ext cx="4116388" cy="2314575"/>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F4E0195D-8E71-8217-F282-EB3E761A34BF}"/>
              </a:ext>
            </a:extLst>
          </p:cNvPr>
          <p:cNvSpPr>
            <a:spLocks noGrp="1"/>
          </p:cNvSpPr>
          <p:nvPr>
            <p:ph type="body" idx="1"/>
          </p:nvPr>
        </p:nvSpPr>
        <p:spPr>
          <a:xfrm>
            <a:off x="995253" y="3300255"/>
            <a:ext cx="7955182" cy="2700495"/>
          </a:xfrm>
          <a:prstGeom prst="rect">
            <a:avLst/>
          </a:prstGeom>
        </p:spPr>
        <p:txBody>
          <a:bodyPr/>
          <a:lstStyle/>
          <a:p>
            <a:r>
              <a:rPr lang="en-US"/>
              <a:t>Is Coupa able to transfer shipment with Serial numbers? </a:t>
            </a:r>
          </a:p>
        </p:txBody>
      </p:sp>
    </p:spTree>
    <p:extLst>
      <p:ext uri="{BB962C8B-B14F-4D97-AF65-F5344CB8AC3E}">
        <p14:creationId xmlns:p14="http://schemas.microsoft.com/office/powerpoint/2010/main" val="1271881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FD38D-3389-DEA9-B8B4-E19A7BA49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0979C-A2C8-E9A1-795A-CC03F215659C}"/>
              </a:ext>
            </a:extLst>
          </p:cNvPr>
          <p:cNvSpPr>
            <a:spLocks noGrp="1" noRot="1" noChangeAspect="1"/>
          </p:cNvSpPr>
          <p:nvPr>
            <p:ph type="sldImg"/>
          </p:nvPr>
        </p:nvSpPr>
        <p:spPr>
          <a:xfrm>
            <a:off x="2914650" y="857250"/>
            <a:ext cx="4116388" cy="2314575"/>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1B2E0658-77D7-550C-E1CE-CC7CCBA67DA4}"/>
              </a:ext>
            </a:extLst>
          </p:cNvPr>
          <p:cNvSpPr>
            <a:spLocks noGrp="1"/>
          </p:cNvSpPr>
          <p:nvPr>
            <p:ph type="body" idx="1"/>
          </p:nvPr>
        </p:nvSpPr>
        <p:spPr>
          <a:xfrm>
            <a:off x="995253" y="3300255"/>
            <a:ext cx="7955182" cy="2700495"/>
          </a:xfrm>
          <a:prstGeom prst="rect">
            <a:avLst/>
          </a:prstGeom>
        </p:spPr>
        <p:txBody>
          <a:bodyPr/>
          <a:lstStyle/>
          <a:p>
            <a:endParaRPr lang="en-US"/>
          </a:p>
        </p:txBody>
      </p:sp>
    </p:spTree>
    <p:extLst>
      <p:ext uri="{BB962C8B-B14F-4D97-AF65-F5344CB8AC3E}">
        <p14:creationId xmlns:p14="http://schemas.microsoft.com/office/powerpoint/2010/main" val="1686735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43225" y="862013"/>
            <a:ext cx="4132263" cy="2324100"/>
          </a:xfrm>
          <a:prstGeom prst="rect">
            <a:avLst/>
          </a:prstGeom>
          <a:noFill/>
          <a:ln w="12700">
            <a:solidFill>
              <a:prstClr val="black"/>
            </a:solidFill>
          </a:ln>
        </p:spPr>
      </p:sp>
      <p:sp>
        <p:nvSpPr>
          <p:cNvPr id="3" name="Notes Placeholder 2"/>
          <p:cNvSpPr>
            <a:spLocks noGrp="1"/>
          </p:cNvSpPr>
          <p:nvPr>
            <p:ph type="body" idx="1"/>
          </p:nvPr>
        </p:nvSpPr>
        <p:spPr>
          <a:xfrm>
            <a:off x="1001713" y="3316288"/>
            <a:ext cx="8015287" cy="2713037"/>
          </a:xfrm>
          <a:prstGeom prst="rect">
            <a:avLst/>
          </a:prstGeom>
        </p:spPr>
        <p:txBody>
          <a:bodyPr/>
          <a:lstStyle/>
          <a:p>
            <a:r>
              <a:rPr lang="en-US" dirty="0" err="1"/>
              <a:t>SerialNumber</a:t>
            </a:r>
            <a:r>
              <a:rPr lang="en-US" dirty="0"/>
              <a:t> ==&gt; </a:t>
            </a:r>
            <a:r>
              <a:rPr lang="en-US" dirty="0">
                <a:effectLst/>
              </a:rPr>
              <a:t>/e2open/var/shared/adapters/from/TERMINAL-DISTRIBUTOR/</a:t>
            </a:r>
            <a:r>
              <a:rPr lang="en-US" dirty="0" err="1">
                <a:effectLst/>
              </a:rPr>
              <a:t>SerialNumberSync</a:t>
            </a:r>
            <a:r>
              <a:rPr lang="en-US" dirty="0">
                <a:effectLst/>
              </a:rPr>
              <a:t>/inbox/</a:t>
            </a:r>
            <a:endParaRPr lang="en-US" dirty="0"/>
          </a:p>
          <a:p>
            <a:r>
              <a:rPr lang="en-US" dirty="0">
                <a:effectLst/>
              </a:rPr>
              <a:t>SO ==&gt; /e2open/var/shared/adapters/from/TERMINAL-DISTRIBUTOR/</a:t>
            </a:r>
            <a:r>
              <a:rPr lang="en-US" dirty="0" err="1">
                <a:effectLst/>
              </a:rPr>
              <a:t>SOTxn</a:t>
            </a:r>
            <a:r>
              <a:rPr lang="en-US" dirty="0">
                <a:effectLst/>
              </a:rPr>
              <a:t>/inbox/</a:t>
            </a:r>
            <a:endParaRPr lang="en-US" dirty="0"/>
          </a:p>
          <a:p>
            <a:r>
              <a:rPr lang="en-US" dirty="0">
                <a:effectLst/>
              </a:rPr>
              <a:t>PO ==&gt; /e2open/var/shared/adapters/from/TERMINAL-DISTRIBUTOR/</a:t>
            </a:r>
            <a:r>
              <a:rPr lang="en-US" dirty="0" err="1">
                <a:effectLst/>
              </a:rPr>
              <a:t>POTxn</a:t>
            </a:r>
            <a:r>
              <a:rPr lang="en-US" dirty="0">
                <a:effectLst/>
              </a:rPr>
              <a:t>/inbox/</a:t>
            </a:r>
          </a:p>
          <a:p>
            <a:endParaRPr lang="en-US" dirty="0">
              <a:effectLst/>
            </a:endParaRPr>
          </a:p>
          <a:p>
            <a:r>
              <a:rPr lang="en-US" dirty="0">
                <a:effectLst/>
              </a:rPr>
              <a:t>We did not implement:</a:t>
            </a:r>
          </a:p>
          <a:p>
            <a:r>
              <a:rPr lang="en-US" dirty="0">
                <a:effectLst/>
              </a:rPr>
              <a:t>- Inventory Reports – this info is something that IMS will be providing to the BackOffice / Looker for reporting and will be engraved together with available to Promise </a:t>
            </a:r>
          </a:p>
          <a:p>
            <a:r>
              <a:rPr lang="en-US" dirty="0">
                <a:effectLst/>
              </a:rPr>
              <a:t>- Return Order – did not contain any GET method </a:t>
            </a:r>
            <a:endParaRPr lang="en-US" dirty="0"/>
          </a:p>
          <a:p>
            <a:endParaRPr lang="en-AT" dirty="0"/>
          </a:p>
        </p:txBody>
      </p:sp>
    </p:spTree>
    <p:extLst>
      <p:ext uri="{BB962C8B-B14F-4D97-AF65-F5344CB8AC3E}">
        <p14:creationId xmlns:p14="http://schemas.microsoft.com/office/powerpoint/2010/main" val="246992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43225" y="862013"/>
            <a:ext cx="4132263" cy="2324100"/>
          </a:xfrm>
          <a:prstGeom prst="rect">
            <a:avLst/>
          </a:prstGeom>
          <a:noFill/>
          <a:ln w="12700">
            <a:solidFill>
              <a:prstClr val="black"/>
            </a:solidFill>
          </a:ln>
        </p:spPr>
      </p:sp>
      <p:sp>
        <p:nvSpPr>
          <p:cNvPr id="3" name="Notes Placeholder 2"/>
          <p:cNvSpPr>
            <a:spLocks noGrp="1"/>
          </p:cNvSpPr>
          <p:nvPr>
            <p:ph type="body" idx="1"/>
          </p:nvPr>
        </p:nvSpPr>
        <p:spPr>
          <a:xfrm>
            <a:off x="1001713" y="3316288"/>
            <a:ext cx="8015287" cy="2713037"/>
          </a:xfrm>
          <a:prstGeom prst="rect">
            <a:avLst/>
          </a:prstGeom>
        </p:spPr>
        <p:txBody>
          <a:bodyPr/>
          <a:lstStyle/>
          <a:p>
            <a:endParaRPr lang="en-US"/>
          </a:p>
        </p:txBody>
      </p:sp>
    </p:spTree>
    <p:extLst>
      <p:ext uri="{BB962C8B-B14F-4D97-AF65-F5344CB8AC3E}">
        <p14:creationId xmlns:p14="http://schemas.microsoft.com/office/powerpoint/2010/main" val="4002651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E7FF3-4D9C-2C26-C885-96A383634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A0BFC-DC8B-8DAC-5654-2B2F59549A88}"/>
              </a:ext>
            </a:extLst>
          </p:cNvPr>
          <p:cNvSpPr>
            <a:spLocks noGrp="1" noRot="1" noChangeAspect="1"/>
          </p:cNvSpPr>
          <p:nvPr>
            <p:ph type="sldImg"/>
          </p:nvPr>
        </p:nvSpPr>
        <p:spPr>
          <a:xfrm>
            <a:off x="2943225" y="862013"/>
            <a:ext cx="4132263" cy="2324100"/>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AF90E29A-AD17-E9FB-4640-D29EDD6D6827}"/>
              </a:ext>
            </a:extLst>
          </p:cNvPr>
          <p:cNvSpPr>
            <a:spLocks noGrp="1"/>
          </p:cNvSpPr>
          <p:nvPr>
            <p:ph type="body" idx="1"/>
          </p:nvPr>
        </p:nvSpPr>
        <p:spPr>
          <a:xfrm>
            <a:off x="1002561" y="3315534"/>
            <a:ext cx="8013592" cy="2712997"/>
          </a:xfrm>
          <a:prstGeom prst="rect">
            <a:avLst/>
          </a:prstGeom>
        </p:spPr>
        <p:txBody>
          <a:bodyPr/>
          <a:lstStyle/>
          <a:p>
            <a:endParaRPr lang="en-US"/>
          </a:p>
        </p:txBody>
      </p:sp>
    </p:spTree>
    <p:extLst>
      <p:ext uri="{BB962C8B-B14F-4D97-AF65-F5344CB8AC3E}">
        <p14:creationId xmlns:p14="http://schemas.microsoft.com/office/powerpoint/2010/main" val="2951675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FBF63-2E39-B47B-B959-9765571FB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095D8-20C2-3681-FA9D-0A875728638C}"/>
              </a:ext>
            </a:extLst>
          </p:cNvPr>
          <p:cNvSpPr>
            <a:spLocks noGrp="1" noRot="1" noChangeAspect="1"/>
          </p:cNvSpPr>
          <p:nvPr>
            <p:ph type="sldImg"/>
          </p:nvPr>
        </p:nvSpPr>
        <p:spPr>
          <a:xfrm>
            <a:off x="2943225" y="862013"/>
            <a:ext cx="4132263" cy="2324100"/>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D5449FEF-D631-E232-B29C-241955064BF0}"/>
              </a:ext>
            </a:extLst>
          </p:cNvPr>
          <p:cNvSpPr>
            <a:spLocks noGrp="1"/>
          </p:cNvSpPr>
          <p:nvPr>
            <p:ph type="body" idx="1"/>
          </p:nvPr>
        </p:nvSpPr>
        <p:spPr>
          <a:xfrm>
            <a:off x="1001713" y="3316288"/>
            <a:ext cx="8015287" cy="2713037"/>
          </a:xfrm>
          <a:prstGeom prst="rect">
            <a:avLst/>
          </a:prstGeom>
        </p:spPr>
        <p:txBody>
          <a:bodyPr/>
          <a:lstStyle/>
          <a:p>
            <a:endParaRPr lang="en-US"/>
          </a:p>
        </p:txBody>
      </p:sp>
    </p:spTree>
    <p:extLst>
      <p:ext uri="{BB962C8B-B14F-4D97-AF65-F5344CB8AC3E}">
        <p14:creationId xmlns:p14="http://schemas.microsoft.com/office/powerpoint/2010/main" val="2345659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1E08-7591-013D-497D-8CC7E1912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184AF-FF1F-F1A6-D177-CA5BCC13AF27}"/>
              </a:ext>
            </a:extLst>
          </p:cNvPr>
          <p:cNvSpPr>
            <a:spLocks noGrp="1" noRot="1" noChangeAspect="1"/>
          </p:cNvSpPr>
          <p:nvPr>
            <p:ph type="sldImg"/>
          </p:nvPr>
        </p:nvSpPr>
        <p:spPr>
          <a:xfrm>
            <a:off x="2943225" y="862013"/>
            <a:ext cx="4132263" cy="2324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E6F3200-44FC-D041-6FAF-7A92FBB5E00C}"/>
              </a:ext>
            </a:extLst>
          </p:cNvPr>
          <p:cNvSpPr>
            <a:spLocks noGrp="1"/>
          </p:cNvSpPr>
          <p:nvPr>
            <p:ph type="body" idx="1"/>
          </p:nvPr>
        </p:nvSpPr>
        <p:spPr>
          <a:xfrm>
            <a:off x="1001713" y="3316288"/>
            <a:ext cx="8015287" cy="2713037"/>
          </a:xfrm>
          <a:prstGeom prst="rect">
            <a:avLst/>
          </a:prstGeom>
        </p:spPr>
        <p:txBody>
          <a:bodyPr/>
          <a:lstStyle/>
          <a:p>
            <a:endParaRPr lang="en-AT"/>
          </a:p>
        </p:txBody>
      </p:sp>
    </p:spTree>
    <p:extLst>
      <p:ext uri="{BB962C8B-B14F-4D97-AF65-F5344CB8AC3E}">
        <p14:creationId xmlns:p14="http://schemas.microsoft.com/office/powerpoint/2010/main" val="34663171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1b">
    <p:bg>
      <p:bgPr>
        <a:solidFill>
          <a:srgbClr val="97BA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271E-4B88-ADB1-8242-0EA591D3B7B9}"/>
              </a:ext>
            </a:extLst>
          </p:cNvPr>
          <p:cNvSpPr>
            <a:spLocks noGrp="1"/>
          </p:cNvSpPr>
          <p:nvPr>
            <p:ph type="ctrTitle"/>
          </p:nvPr>
        </p:nvSpPr>
        <p:spPr>
          <a:xfrm>
            <a:off x="548640" y="445364"/>
            <a:ext cx="8884920" cy="2510838"/>
          </a:xfrm>
        </p:spPr>
        <p:txBody>
          <a:bodyPr anchor="t"/>
          <a:lstStyle>
            <a:lvl1pPr algn="l">
              <a:defRPr sz="72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F76D1A65-80E6-2CDD-65F8-6FF42228972C}"/>
              </a:ext>
            </a:extLst>
          </p:cNvPr>
          <p:cNvSpPr>
            <a:spLocks noGrp="1"/>
          </p:cNvSpPr>
          <p:nvPr>
            <p:ph type="subTitle" idx="1"/>
          </p:nvPr>
        </p:nvSpPr>
        <p:spPr>
          <a:xfrm>
            <a:off x="548640" y="2956201"/>
            <a:ext cx="8884920" cy="731495"/>
          </a:xfrm>
        </p:spPr>
        <p:txBody>
          <a:bodyPr anchor="b"/>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5" name="Picture 4" descr="A group of people looking at a computer screen&#10;&#10;AI-generated content may be incorrect.">
            <a:extLst>
              <a:ext uri="{FF2B5EF4-FFF2-40B4-BE49-F238E27FC236}">
                <a16:creationId xmlns:a16="http://schemas.microsoft.com/office/drawing/2014/main" id="{5047C960-9B33-BF88-D7B7-5D68187CF275}"/>
              </a:ext>
            </a:extLst>
          </p:cNvPr>
          <p:cNvPicPr>
            <a:picLocks noChangeAspect="1"/>
          </p:cNvPicPr>
          <p:nvPr userDrawn="1"/>
        </p:nvPicPr>
        <p:blipFill>
          <a:blip r:embed="rId2"/>
          <a:stretch>
            <a:fillRect/>
          </a:stretch>
        </p:blipFill>
        <p:spPr>
          <a:xfrm>
            <a:off x="0" y="4121219"/>
            <a:ext cx="14630400" cy="4108381"/>
          </a:xfrm>
          <a:prstGeom prst="rect">
            <a:avLst/>
          </a:prstGeom>
        </p:spPr>
      </p:pic>
      <p:pic>
        <p:nvPicPr>
          <p:cNvPr id="6" name="Picture 5" descr="A black and white logo&#10;&#10;AI-generated content may be incorrect.">
            <a:extLst>
              <a:ext uri="{FF2B5EF4-FFF2-40B4-BE49-F238E27FC236}">
                <a16:creationId xmlns:a16="http://schemas.microsoft.com/office/drawing/2014/main" id="{71D4D344-CBC8-69C7-B7D6-78398A6F75AD}"/>
              </a:ext>
            </a:extLst>
          </p:cNvPr>
          <p:cNvPicPr>
            <a:picLocks noChangeAspect="1"/>
          </p:cNvPicPr>
          <p:nvPr userDrawn="1"/>
        </p:nvPicPr>
        <p:blipFill>
          <a:blip r:embed="rId3"/>
          <a:stretch>
            <a:fillRect/>
          </a:stretch>
        </p:blipFill>
        <p:spPr>
          <a:xfrm>
            <a:off x="11765570" y="1166126"/>
            <a:ext cx="2316190" cy="791365"/>
          </a:xfrm>
          <a:prstGeom prst="rect">
            <a:avLst/>
          </a:prstGeom>
        </p:spPr>
      </p:pic>
    </p:spTree>
    <p:extLst>
      <p:ext uri="{BB962C8B-B14F-4D97-AF65-F5344CB8AC3E}">
        <p14:creationId xmlns:p14="http://schemas.microsoft.com/office/powerpoint/2010/main" val="228390133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3_Title Slide-1c">
    <p:bg>
      <p:bgPr>
        <a:solidFill>
          <a:srgbClr val="B9ACE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271E-4B88-ADB1-8242-0EA591D3B7B9}"/>
              </a:ext>
            </a:extLst>
          </p:cNvPr>
          <p:cNvSpPr>
            <a:spLocks noGrp="1"/>
          </p:cNvSpPr>
          <p:nvPr>
            <p:ph type="ctrTitle"/>
          </p:nvPr>
        </p:nvSpPr>
        <p:spPr>
          <a:xfrm>
            <a:off x="548640" y="445364"/>
            <a:ext cx="8884920" cy="2510838"/>
          </a:xfrm>
        </p:spPr>
        <p:txBody>
          <a:bodyPr anchor="t"/>
          <a:lstStyle>
            <a:lvl1pPr algn="l">
              <a:defRPr sz="7200">
                <a:solidFill>
                  <a:schemeClr val="accent3"/>
                </a:solidFill>
              </a:defRPr>
            </a:lvl1pPr>
          </a:lstStyle>
          <a:p>
            <a:r>
              <a:rPr lang="en-US"/>
              <a:t>Click to edit Master title style</a:t>
            </a:r>
          </a:p>
        </p:txBody>
      </p:sp>
      <p:sp>
        <p:nvSpPr>
          <p:cNvPr id="3" name="Subtitle 2">
            <a:extLst>
              <a:ext uri="{FF2B5EF4-FFF2-40B4-BE49-F238E27FC236}">
                <a16:creationId xmlns:a16="http://schemas.microsoft.com/office/drawing/2014/main" id="{F76D1A65-80E6-2CDD-65F8-6FF42228972C}"/>
              </a:ext>
            </a:extLst>
          </p:cNvPr>
          <p:cNvSpPr>
            <a:spLocks noGrp="1"/>
          </p:cNvSpPr>
          <p:nvPr>
            <p:ph type="subTitle" idx="1"/>
          </p:nvPr>
        </p:nvSpPr>
        <p:spPr>
          <a:xfrm>
            <a:off x="548640" y="2956201"/>
            <a:ext cx="8884920" cy="731495"/>
          </a:xfrm>
        </p:spPr>
        <p:txBody>
          <a:bodyPr anchor="b"/>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Picture 3" descr="A black and white logo&#10;&#10;AI-generated content may be incorrect.">
            <a:extLst>
              <a:ext uri="{FF2B5EF4-FFF2-40B4-BE49-F238E27FC236}">
                <a16:creationId xmlns:a16="http://schemas.microsoft.com/office/drawing/2014/main" id="{5460FFEC-1976-D073-8843-190DAAA4B329}"/>
              </a:ext>
            </a:extLst>
          </p:cNvPr>
          <p:cNvPicPr>
            <a:picLocks noChangeAspect="1"/>
          </p:cNvPicPr>
          <p:nvPr userDrawn="1"/>
        </p:nvPicPr>
        <p:blipFill>
          <a:blip r:embed="rId2"/>
          <a:stretch>
            <a:fillRect/>
          </a:stretch>
        </p:blipFill>
        <p:spPr>
          <a:xfrm>
            <a:off x="11765570" y="445364"/>
            <a:ext cx="2316190" cy="791365"/>
          </a:xfrm>
          <a:prstGeom prst="rect">
            <a:avLst/>
          </a:prstGeom>
        </p:spPr>
      </p:pic>
      <p:pic>
        <p:nvPicPr>
          <p:cNvPr id="5" name="Picture 4" descr="A group of people looking at a computer screen&#10;&#10;AI-generated content may be incorrect.">
            <a:extLst>
              <a:ext uri="{FF2B5EF4-FFF2-40B4-BE49-F238E27FC236}">
                <a16:creationId xmlns:a16="http://schemas.microsoft.com/office/drawing/2014/main" id="{A4709C58-E464-53A2-0255-83904F32C703}"/>
              </a:ext>
            </a:extLst>
          </p:cNvPr>
          <p:cNvPicPr>
            <a:picLocks noChangeAspect="1"/>
          </p:cNvPicPr>
          <p:nvPr userDrawn="1"/>
        </p:nvPicPr>
        <p:blipFill>
          <a:blip r:embed="rId3"/>
          <a:stretch>
            <a:fillRect/>
          </a:stretch>
        </p:blipFill>
        <p:spPr>
          <a:xfrm>
            <a:off x="0" y="4121219"/>
            <a:ext cx="14630400" cy="4108381"/>
          </a:xfrm>
          <a:prstGeom prst="rect">
            <a:avLst/>
          </a:prstGeom>
        </p:spPr>
      </p:pic>
    </p:spTree>
    <p:extLst>
      <p:ext uri="{BB962C8B-B14F-4D97-AF65-F5344CB8AC3E}">
        <p14:creationId xmlns:p14="http://schemas.microsoft.com/office/powerpoint/2010/main" val="184929564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2b">
    <p:bg>
      <p:bgPr>
        <a:solidFill>
          <a:srgbClr val="97BA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271E-4B88-ADB1-8242-0EA591D3B7B9}"/>
              </a:ext>
            </a:extLst>
          </p:cNvPr>
          <p:cNvSpPr>
            <a:spLocks noGrp="1"/>
          </p:cNvSpPr>
          <p:nvPr>
            <p:ph type="ctrTitle"/>
          </p:nvPr>
        </p:nvSpPr>
        <p:spPr>
          <a:xfrm>
            <a:off x="548640" y="1615659"/>
            <a:ext cx="8884920" cy="5059487"/>
          </a:xfrm>
        </p:spPr>
        <p:txBody>
          <a:bodyPr anchor="ctr"/>
          <a:lstStyle>
            <a:lvl1pPr algn="l">
              <a:defRPr sz="864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F76D1A65-80E6-2CDD-65F8-6FF42228972C}"/>
              </a:ext>
            </a:extLst>
          </p:cNvPr>
          <p:cNvSpPr>
            <a:spLocks noGrp="1"/>
          </p:cNvSpPr>
          <p:nvPr>
            <p:ph type="subTitle" idx="1"/>
          </p:nvPr>
        </p:nvSpPr>
        <p:spPr>
          <a:xfrm>
            <a:off x="548640" y="6675146"/>
            <a:ext cx="8884920" cy="731495"/>
          </a:xfrm>
        </p:spPr>
        <p:txBody>
          <a:bodyPr anchor="b"/>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Picture 3" descr="A black and white logo&#10;&#10;AI-generated content may be incorrect.">
            <a:extLst>
              <a:ext uri="{FF2B5EF4-FFF2-40B4-BE49-F238E27FC236}">
                <a16:creationId xmlns:a16="http://schemas.microsoft.com/office/drawing/2014/main" id="{1D0929A1-72E6-77A8-4AA0-DBFC8F7F2367}"/>
              </a:ext>
            </a:extLst>
          </p:cNvPr>
          <p:cNvPicPr>
            <a:picLocks noChangeAspect="1"/>
          </p:cNvPicPr>
          <p:nvPr userDrawn="1"/>
        </p:nvPicPr>
        <p:blipFill>
          <a:blip r:embed="rId2"/>
          <a:stretch>
            <a:fillRect/>
          </a:stretch>
        </p:blipFill>
        <p:spPr>
          <a:xfrm>
            <a:off x="11765570" y="445364"/>
            <a:ext cx="2316190" cy="791365"/>
          </a:xfrm>
          <a:prstGeom prst="rect">
            <a:avLst/>
          </a:prstGeom>
        </p:spPr>
      </p:pic>
    </p:spTree>
    <p:extLst>
      <p:ext uri="{BB962C8B-B14F-4D97-AF65-F5344CB8AC3E}">
        <p14:creationId xmlns:p14="http://schemas.microsoft.com/office/powerpoint/2010/main" val="42520945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2c">
    <p:bg>
      <p:bgPr>
        <a:solidFill>
          <a:srgbClr val="B9ACE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271E-4B88-ADB1-8242-0EA591D3B7B9}"/>
              </a:ext>
            </a:extLst>
          </p:cNvPr>
          <p:cNvSpPr>
            <a:spLocks noGrp="1"/>
          </p:cNvSpPr>
          <p:nvPr>
            <p:ph type="ctrTitle"/>
          </p:nvPr>
        </p:nvSpPr>
        <p:spPr>
          <a:xfrm>
            <a:off x="548640" y="1615659"/>
            <a:ext cx="8884920" cy="5059487"/>
          </a:xfrm>
        </p:spPr>
        <p:txBody>
          <a:bodyPr anchor="ctr"/>
          <a:lstStyle>
            <a:lvl1pPr algn="l">
              <a:defRPr sz="8640">
                <a:solidFill>
                  <a:schemeClr val="accent3"/>
                </a:solidFill>
              </a:defRPr>
            </a:lvl1pPr>
          </a:lstStyle>
          <a:p>
            <a:r>
              <a:rPr lang="en-US"/>
              <a:t>Click to edit Master title style</a:t>
            </a:r>
          </a:p>
        </p:txBody>
      </p:sp>
      <p:sp>
        <p:nvSpPr>
          <p:cNvPr id="3" name="Subtitle 2">
            <a:extLst>
              <a:ext uri="{FF2B5EF4-FFF2-40B4-BE49-F238E27FC236}">
                <a16:creationId xmlns:a16="http://schemas.microsoft.com/office/drawing/2014/main" id="{F76D1A65-80E6-2CDD-65F8-6FF42228972C}"/>
              </a:ext>
            </a:extLst>
          </p:cNvPr>
          <p:cNvSpPr>
            <a:spLocks noGrp="1"/>
          </p:cNvSpPr>
          <p:nvPr>
            <p:ph type="subTitle" idx="1"/>
          </p:nvPr>
        </p:nvSpPr>
        <p:spPr>
          <a:xfrm>
            <a:off x="548640" y="6675146"/>
            <a:ext cx="8884920" cy="731495"/>
          </a:xfrm>
        </p:spPr>
        <p:txBody>
          <a:bodyPr anchor="b"/>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pic>
        <p:nvPicPr>
          <p:cNvPr id="4" name="Picture 3" descr="A black and white logo&#10;&#10;AI-generated content may be incorrect.">
            <a:extLst>
              <a:ext uri="{FF2B5EF4-FFF2-40B4-BE49-F238E27FC236}">
                <a16:creationId xmlns:a16="http://schemas.microsoft.com/office/drawing/2014/main" id="{4769BCF5-429D-1563-F04B-AF8356809DC5}"/>
              </a:ext>
            </a:extLst>
          </p:cNvPr>
          <p:cNvPicPr>
            <a:picLocks noChangeAspect="1"/>
          </p:cNvPicPr>
          <p:nvPr userDrawn="1"/>
        </p:nvPicPr>
        <p:blipFill>
          <a:blip r:embed="rId2"/>
          <a:stretch>
            <a:fillRect/>
          </a:stretch>
        </p:blipFill>
        <p:spPr>
          <a:xfrm>
            <a:off x="11765570" y="445364"/>
            <a:ext cx="2316190" cy="791365"/>
          </a:xfrm>
          <a:prstGeom prst="rect">
            <a:avLst/>
          </a:prstGeom>
        </p:spPr>
      </p:pic>
    </p:spTree>
    <p:extLst>
      <p:ext uri="{BB962C8B-B14F-4D97-AF65-F5344CB8AC3E}">
        <p14:creationId xmlns:p14="http://schemas.microsoft.com/office/powerpoint/2010/main" val="358654787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TOC">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a:xfrm>
            <a:off x="548640" y="548640"/>
            <a:ext cx="8884920" cy="6858000"/>
          </a:xfrm>
        </p:spPr>
        <p:txBody>
          <a:bodyPr anchor="t"/>
          <a:lstStyle>
            <a:lvl1pPr>
              <a:defRPr sz="8640">
                <a:solidFill>
                  <a:srgbClr val="97BABA"/>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a:xfrm>
            <a:off x="9841229" y="548640"/>
            <a:ext cx="3783330" cy="6620060"/>
          </a:xfrm>
        </p:spPr>
        <p:txBody>
          <a:bodyPr/>
          <a:lstStyle>
            <a:lvl1pPr marL="0" indent="0">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03E71716-7D2C-6EA0-5CCC-9A84BBF74910}"/>
              </a:ext>
            </a:extLst>
          </p:cNvPr>
          <p:cNvPicPr>
            <a:picLocks noChangeAspect="1"/>
          </p:cNvPicPr>
          <p:nvPr userDrawn="1"/>
        </p:nvPicPr>
        <p:blipFill>
          <a:blip r:embed="rId2"/>
          <a:stretch>
            <a:fillRect/>
          </a:stretch>
        </p:blipFill>
        <p:spPr>
          <a:xfrm>
            <a:off x="11963680" y="7168700"/>
            <a:ext cx="2256137" cy="770445"/>
          </a:xfrm>
          <a:prstGeom prst="rect">
            <a:avLst/>
          </a:prstGeom>
        </p:spPr>
      </p:pic>
    </p:spTree>
    <p:extLst>
      <p:ext uri="{BB962C8B-B14F-4D97-AF65-F5344CB8AC3E}">
        <p14:creationId xmlns:p14="http://schemas.microsoft.com/office/powerpoint/2010/main" val="164429382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Divider-2">
    <p:bg>
      <p:bgPr>
        <a:solidFill>
          <a:srgbClr val="97BA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a:xfrm>
            <a:off x="548640" y="548640"/>
            <a:ext cx="8884920" cy="6858000"/>
          </a:xfrm>
        </p:spPr>
        <p:txBody>
          <a:bodyPr anchor="t"/>
          <a:lstStyle>
            <a:lvl1pPr>
              <a:defRPr sz="864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a:xfrm>
            <a:off x="556262" y="4114800"/>
            <a:ext cx="8877298" cy="3053899"/>
          </a:xfrm>
        </p:spPr>
        <p:txBody>
          <a:bodyPr/>
          <a:lstStyle>
            <a:lvl1pPr marL="0" indent="0">
              <a:buNone/>
              <a:defRPr sz="2400">
                <a:solidFill>
                  <a:schemeClr val="tx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5141788-692A-7EF0-D863-8EC41B17F66D}"/>
              </a:ext>
            </a:extLst>
          </p:cNvPr>
          <p:cNvPicPr>
            <a:picLocks noChangeAspect="1"/>
          </p:cNvPicPr>
          <p:nvPr userDrawn="1"/>
        </p:nvPicPr>
        <p:blipFill>
          <a:blip r:embed="rId2"/>
          <a:stretch>
            <a:fillRect/>
          </a:stretch>
        </p:blipFill>
        <p:spPr>
          <a:xfrm>
            <a:off x="12006710" y="7021417"/>
            <a:ext cx="2256137" cy="770445"/>
          </a:xfrm>
          <a:prstGeom prst="rect">
            <a:avLst/>
          </a:prstGeom>
        </p:spPr>
      </p:pic>
    </p:spTree>
    <p:extLst>
      <p:ext uri="{BB962C8B-B14F-4D97-AF65-F5344CB8AC3E}">
        <p14:creationId xmlns:p14="http://schemas.microsoft.com/office/powerpoint/2010/main" val="131796302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Divider-3">
    <p:bg>
      <p:bgPr>
        <a:solidFill>
          <a:srgbClr val="B9ACE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a:xfrm>
            <a:off x="548640" y="548640"/>
            <a:ext cx="8884920" cy="6858000"/>
          </a:xfrm>
        </p:spPr>
        <p:txBody>
          <a:bodyPr anchor="t"/>
          <a:lstStyle>
            <a:lvl1pPr>
              <a:defRPr sz="8640">
                <a:solidFill>
                  <a:schemeClr val="accent3"/>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a:xfrm>
            <a:off x="556262" y="4114800"/>
            <a:ext cx="8877298" cy="3053899"/>
          </a:xfrm>
        </p:spPr>
        <p:txBody>
          <a:bodyPr/>
          <a:lstStyle>
            <a:lvl1pPr marL="0" indent="0">
              <a:buNone/>
              <a:defRPr sz="2400">
                <a:solidFill>
                  <a:schemeClr val="tx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D6904ED7-0D1D-A983-CFFB-2EE6E3E12EB9}"/>
              </a:ext>
            </a:extLst>
          </p:cNvPr>
          <p:cNvPicPr>
            <a:picLocks noChangeAspect="1"/>
          </p:cNvPicPr>
          <p:nvPr userDrawn="1"/>
        </p:nvPicPr>
        <p:blipFill>
          <a:blip r:embed="rId2"/>
          <a:stretch>
            <a:fillRect/>
          </a:stretch>
        </p:blipFill>
        <p:spPr>
          <a:xfrm>
            <a:off x="11931406" y="7021417"/>
            <a:ext cx="2256137" cy="770445"/>
          </a:xfrm>
          <a:prstGeom prst="rect">
            <a:avLst/>
          </a:prstGeom>
        </p:spPr>
      </p:pic>
    </p:spTree>
    <p:extLst>
      <p:ext uri="{BB962C8B-B14F-4D97-AF65-F5344CB8AC3E}">
        <p14:creationId xmlns:p14="http://schemas.microsoft.com/office/powerpoint/2010/main" val="68830521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Feature-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a:xfrm>
            <a:off x="548640" y="548640"/>
            <a:ext cx="12367260" cy="6620057"/>
          </a:xfrm>
        </p:spPr>
        <p:txBody>
          <a:bodyPr anchor="ctr"/>
          <a:lstStyle>
            <a:lvl1pPr>
              <a:defRPr sz="8640">
                <a:solidFill>
                  <a:srgbClr val="97BABA"/>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a:xfrm>
            <a:off x="556262" y="7168698"/>
            <a:ext cx="8877298" cy="489133"/>
          </a:xfrm>
        </p:spPr>
        <p:txBody>
          <a:bodyPr anchor="b"/>
          <a:lstStyle>
            <a:lvl1pPr marL="0" indent="0">
              <a:buNone/>
              <a:defRPr sz="2400">
                <a:solidFill>
                  <a:schemeClr val="bg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stStyle>
          <a:p>
            <a:pPr lvl="0"/>
            <a:r>
              <a:rPr lang="en-US"/>
              <a:t>Click to edit Master text styles</a:t>
            </a:r>
          </a:p>
        </p:txBody>
      </p:sp>
      <p:pic>
        <p:nvPicPr>
          <p:cNvPr id="4" name="Picture 3">
            <a:extLst>
              <a:ext uri="{FF2B5EF4-FFF2-40B4-BE49-F238E27FC236}">
                <a16:creationId xmlns:a16="http://schemas.microsoft.com/office/drawing/2014/main" id="{4565758D-BC42-5F9D-FCB4-DD003BDA0976}"/>
              </a:ext>
            </a:extLst>
          </p:cNvPr>
          <p:cNvPicPr>
            <a:picLocks noChangeAspect="1"/>
          </p:cNvPicPr>
          <p:nvPr userDrawn="1"/>
        </p:nvPicPr>
        <p:blipFill>
          <a:blip r:embed="rId2"/>
          <a:stretch>
            <a:fillRect/>
          </a:stretch>
        </p:blipFill>
        <p:spPr>
          <a:xfrm>
            <a:off x="11931406" y="7021417"/>
            <a:ext cx="2256137" cy="770445"/>
          </a:xfrm>
          <a:prstGeom prst="rect">
            <a:avLst/>
          </a:prstGeom>
        </p:spPr>
      </p:pic>
    </p:spTree>
    <p:extLst>
      <p:ext uri="{BB962C8B-B14F-4D97-AF65-F5344CB8AC3E}">
        <p14:creationId xmlns:p14="http://schemas.microsoft.com/office/powerpoint/2010/main" val="22814352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Feature-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a:xfrm>
            <a:off x="548640" y="548640"/>
            <a:ext cx="12367260" cy="6620057"/>
          </a:xfrm>
        </p:spPr>
        <p:txBody>
          <a:bodyPr anchor="ctr"/>
          <a:lstStyle>
            <a:lvl1pPr>
              <a:defRPr sz="8640">
                <a:solidFill>
                  <a:srgbClr val="B9ACE8"/>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a:xfrm>
            <a:off x="556262" y="7168698"/>
            <a:ext cx="8877298" cy="489133"/>
          </a:xfrm>
        </p:spPr>
        <p:txBody>
          <a:bodyPr anchor="b"/>
          <a:lstStyle>
            <a:lvl1pPr marL="0" indent="0">
              <a:buNone/>
              <a:defRPr sz="2400">
                <a:solidFill>
                  <a:schemeClr val="bg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stStyle>
          <a:p>
            <a:pPr lvl="0"/>
            <a:r>
              <a:rPr lang="en-US"/>
              <a:t>Click to edit Master text styles</a:t>
            </a:r>
          </a:p>
        </p:txBody>
      </p:sp>
      <p:pic>
        <p:nvPicPr>
          <p:cNvPr id="4" name="Picture 3">
            <a:extLst>
              <a:ext uri="{FF2B5EF4-FFF2-40B4-BE49-F238E27FC236}">
                <a16:creationId xmlns:a16="http://schemas.microsoft.com/office/drawing/2014/main" id="{68CB394B-4604-6D91-8143-A292514228B3}"/>
              </a:ext>
            </a:extLst>
          </p:cNvPr>
          <p:cNvPicPr>
            <a:picLocks noChangeAspect="1"/>
          </p:cNvPicPr>
          <p:nvPr userDrawn="1"/>
        </p:nvPicPr>
        <p:blipFill>
          <a:blip r:embed="rId2"/>
          <a:stretch>
            <a:fillRect/>
          </a:stretch>
        </p:blipFill>
        <p:spPr>
          <a:xfrm>
            <a:off x="11931406" y="7021417"/>
            <a:ext cx="2256137" cy="770445"/>
          </a:xfrm>
          <a:prstGeom prst="rect">
            <a:avLst/>
          </a:prstGeom>
        </p:spPr>
      </p:pic>
    </p:spTree>
    <p:extLst>
      <p:ext uri="{BB962C8B-B14F-4D97-AF65-F5344CB8AC3E}">
        <p14:creationId xmlns:p14="http://schemas.microsoft.com/office/powerpoint/2010/main" val="116652433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311B-36DA-A12C-1F6A-4551DC5419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BBEEC8-69F0-9FB2-17F0-099903969F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0871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8340-C057-0328-0C45-F57798E1C0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691C5-2901-B184-7DF4-F0B21DE0C28A}"/>
              </a:ext>
            </a:extLst>
          </p:cNvPr>
          <p:cNvSpPr>
            <a:spLocks noGrp="1"/>
          </p:cNvSpPr>
          <p:nvPr>
            <p:ph sz="half" idx="1"/>
          </p:nvPr>
        </p:nvSpPr>
        <p:spPr>
          <a:xfrm>
            <a:off x="548640" y="1828800"/>
            <a:ext cx="6555106" cy="5583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861AB6-BE5F-D051-214E-706CAFC3877C}"/>
              </a:ext>
            </a:extLst>
          </p:cNvPr>
          <p:cNvSpPr>
            <a:spLocks noGrp="1"/>
          </p:cNvSpPr>
          <p:nvPr>
            <p:ph sz="half" idx="2"/>
          </p:nvPr>
        </p:nvSpPr>
        <p:spPr>
          <a:xfrm>
            <a:off x="7526657" y="1828800"/>
            <a:ext cx="6547483" cy="5583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22128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BFCD-5DE0-30C8-7541-799B15CE05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1962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2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20108-09DB-9968-5870-48C6A8A52C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572" y="7590252"/>
            <a:ext cx="1066206" cy="274933"/>
          </a:xfrm>
          <a:prstGeom prst="rect">
            <a:avLst/>
          </a:prstGeom>
        </p:spPr>
      </p:pic>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5107" y="194196"/>
            <a:ext cx="289351" cy="289351"/>
          </a:xfrm>
          <a:prstGeom prst="rect">
            <a:avLst/>
          </a:prstGeom>
        </p:spPr>
      </p:pic>
      <p:sp>
        <p:nvSpPr>
          <p:cNvPr id="19" name="Text Placeholder 18">
            <a:extLst>
              <a:ext uri="{FF2B5EF4-FFF2-40B4-BE49-F238E27FC236}">
                <a16:creationId xmlns:a16="http://schemas.microsoft.com/office/drawing/2014/main" id="{D4F3776E-0694-3528-A67D-542C387E37B7}"/>
              </a:ext>
            </a:extLst>
          </p:cNvPr>
          <p:cNvSpPr>
            <a:spLocks noGrp="1"/>
          </p:cNvSpPr>
          <p:nvPr>
            <p:ph type="body" sz="quarter" idx="10" hasCustomPrompt="1"/>
          </p:nvPr>
        </p:nvSpPr>
        <p:spPr>
          <a:xfrm>
            <a:off x="1040796" y="298997"/>
            <a:ext cx="7553554" cy="369100"/>
          </a:xfrm>
        </p:spPr>
        <p:txBody>
          <a:bodyPr/>
          <a:lstStyle>
            <a:lvl1pPr marL="0" indent="0">
              <a:buNone/>
              <a:defRPr lang="en-US" sz="1680" b="1" i="0" kern="1200" dirty="0" smtClean="0">
                <a:solidFill>
                  <a:schemeClr val="tx1"/>
                </a:solidFill>
                <a:latin typeface="Arial" panose="020B0604020202020204" pitchFamily="34" charset="0"/>
                <a:ea typeface="+mn-ea"/>
                <a:cs typeface="+mn-cs"/>
              </a:defRPr>
            </a:lvl1pPr>
            <a:lvl2pPr marL="360046" indent="0">
              <a:buNone/>
              <a:defRPr/>
            </a:lvl2pPr>
            <a:lvl3pPr marL="626744" indent="0">
              <a:buNone/>
              <a:defRPr/>
            </a:lvl3pPr>
            <a:lvl4pPr marL="975360" indent="0">
              <a:buNone/>
              <a:defRPr/>
            </a:lvl4pPr>
            <a:lvl5pPr marL="1242060" indent="0">
              <a:buNone/>
              <a:defRPr/>
            </a:lvl5pPr>
          </a:lstStyle>
          <a:p>
            <a:pPr lvl="0"/>
            <a:r>
              <a:rPr lang="en-US"/>
              <a:t>Eyebrow here</a:t>
            </a:r>
          </a:p>
        </p:txBody>
      </p:sp>
      <p:sp>
        <p:nvSpPr>
          <p:cNvPr id="20" name="Text Placeholder 18">
            <a:extLst>
              <a:ext uri="{FF2B5EF4-FFF2-40B4-BE49-F238E27FC236}">
                <a16:creationId xmlns:a16="http://schemas.microsoft.com/office/drawing/2014/main" id="{CF22572B-C3EB-1A06-5BB9-EFC65FD5C3EA}"/>
              </a:ext>
            </a:extLst>
          </p:cNvPr>
          <p:cNvSpPr>
            <a:spLocks noGrp="1"/>
          </p:cNvSpPr>
          <p:nvPr>
            <p:ph type="body" sz="quarter" idx="11" hasCustomPrompt="1"/>
          </p:nvPr>
        </p:nvSpPr>
        <p:spPr>
          <a:xfrm>
            <a:off x="1040796" y="658586"/>
            <a:ext cx="12522176" cy="831119"/>
          </a:xfrm>
        </p:spPr>
        <p:txBody>
          <a:bodyPr/>
          <a:lstStyle>
            <a:lvl1pPr marL="0" indent="0" algn="l" defTabSz="1097280" rtl="0" eaLnBrk="1" latinLnBrk="0" hangingPunct="1">
              <a:buNone/>
              <a:defRPr lang="en-US" sz="4320" b="0" i="0" kern="1200" dirty="0" smtClean="0">
                <a:solidFill>
                  <a:schemeClr val="tx1"/>
                </a:solidFill>
                <a:latin typeface="Arial" panose="020B0604020202020204" pitchFamily="34" charset="0"/>
                <a:ea typeface="+mn-ea"/>
                <a:cs typeface="Arial" panose="020B0604020202020204" pitchFamily="34"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header goes here and here</a:t>
            </a:r>
          </a:p>
        </p:txBody>
      </p:sp>
      <p:sp>
        <p:nvSpPr>
          <p:cNvPr id="2" name="Text Placeholder 2">
            <a:extLst>
              <a:ext uri="{FF2B5EF4-FFF2-40B4-BE49-F238E27FC236}">
                <a16:creationId xmlns:a16="http://schemas.microsoft.com/office/drawing/2014/main" id="{52E1C207-3530-2A9F-83EE-81B6A58DCC4E}"/>
              </a:ext>
            </a:extLst>
          </p:cNvPr>
          <p:cNvSpPr>
            <a:spLocks noGrp="1"/>
          </p:cNvSpPr>
          <p:nvPr>
            <p:ph idx="1"/>
          </p:nvPr>
        </p:nvSpPr>
        <p:spPr>
          <a:xfrm>
            <a:off x="1040796" y="1699196"/>
            <a:ext cx="13033343" cy="571316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6607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3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12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45107" y="194196"/>
            <a:ext cx="289351" cy="289351"/>
          </a:xfrm>
          <a:prstGeom prst="rect">
            <a:avLst/>
          </a:prstGeom>
        </p:spPr>
      </p:pic>
      <p:sp>
        <p:nvSpPr>
          <p:cNvPr id="19" name="Text Placeholder 18">
            <a:extLst>
              <a:ext uri="{FF2B5EF4-FFF2-40B4-BE49-F238E27FC236}">
                <a16:creationId xmlns:a16="http://schemas.microsoft.com/office/drawing/2014/main" id="{D4F3776E-0694-3528-A67D-542C387E37B7}"/>
              </a:ext>
            </a:extLst>
          </p:cNvPr>
          <p:cNvSpPr>
            <a:spLocks noGrp="1"/>
          </p:cNvSpPr>
          <p:nvPr>
            <p:ph type="body" sz="quarter" idx="10" hasCustomPrompt="1"/>
          </p:nvPr>
        </p:nvSpPr>
        <p:spPr>
          <a:xfrm>
            <a:off x="1663601" y="1003853"/>
            <a:ext cx="7553554" cy="369100"/>
          </a:xfrm>
        </p:spPr>
        <p:txBody>
          <a:bodyPr/>
          <a:lstStyle>
            <a:lvl1pPr marL="0" indent="0">
              <a:buNone/>
              <a:defRPr lang="en-US" sz="1680" b="1" i="0" kern="1200" dirty="0" smtClean="0">
                <a:solidFill>
                  <a:schemeClr val="tx1"/>
                </a:solidFill>
                <a:latin typeface="Arial" panose="020B0604020202020204" pitchFamily="34" charset="0"/>
                <a:ea typeface="+mn-ea"/>
                <a:cs typeface="+mn-cs"/>
              </a:defRPr>
            </a:lvl1pPr>
            <a:lvl2pPr marL="360046" indent="0">
              <a:buNone/>
              <a:defRPr/>
            </a:lvl2pPr>
            <a:lvl3pPr marL="626744" indent="0">
              <a:buNone/>
              <a:defRPr/>
            </a:lvl3pPr>
            <a:lvl4pPr marL="975360" indent="0">
              <a:buNone/>
              <a:defRPr/>
            </a:lvl4pPr>
            <a:lvl5pPr marL="1242060" indent="0">
              <a:buNone/>
              <a:defRPr/>
            </a:lvl5pPr>
          </a:lstStyle>
          <a:p>
            <a:pPr lvl="0"/>
            <a:r>
              <a:rPr lang="en-US"/>
              <a:t>Eyebrow here</a:t>
            </a:r>
          </a:p>
        </p:txBody>
      </p:sp>
      <p:sp>
        <p:nvSpPr>
          <p:cNvPr id="20" name="Text Placeholder 18">
            <a:extLst>
              <a:ext uri="{FF2B5EF4-FFF2-40B4-BE49-F238E27FC236}">
                <a16:creationId xmlns:a16="http://schemas.microsoft.com/office/drawing/2014/main" id="{CF22572B-C3EB-1A06-5BB9-EFC65FD5C3EA}"/>
              </a:ext>
            </a:extLst>
          </p:cNvPr>
          <p:cNvSpPr>
            <a:spLocks noGrp="1"/>
          </p:cNvSpPr>
          <p:nvPr>
            <p:ph type="body" sz="quarter" idx="11" hasCustomPrompt="1"/>
          </p:nvPr>
        </p:nvSpPr>
        <p:spPr>
          <a:xfrm>
            <a:off x="1663601" y="1363442"/>
            <a:ext cx="7553554" cy="2231053"/>
          </a:xfrm>
        </p:spPr>
        <p:txBody>
          <a:bodyPr/>
          <a:lstStyle>
            <a:lvl1pPr marL="0" indent="0" algn="l" defTabSz="1097280" rtl="0" eaLnBrk="1" latinLnBrk="0" hangingPunct="1">
              <a:lnSpc>
                <a:spcPts val="4704"/>
              </a:lnSpc>
              <a:buNone/>
              <a:defRPr lang="en-US" sz="4320" b="0" i="0" kern="1200" dirty="0" smtClean="0">
                <a:solidFill>
                  <a:schemeClr val="tx1"/>
                </a:solidFill>
                <a:latin typeface="Arial" panose="020B0604020202020204" pitchFamily="34" charset="0"/>
                <a:ea typeface="+mn-ea"/>
                <a:cs typeface="Arial" panose="020B0604020202020204" pitchFamily="34"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header goes </a:t>
            </a:r>
            <a:br>
              <a:rPr lang="en-US"/>
            </a:br>
            <a:r>
              <a:rPr lang="en-US"/>
              <a:t>here and here</a:t>
            </a:r>
          </a:p>
        </p:txBody>
      </p:sp>
      <p:sp>
        <p:nvSpPr>
          <p:cNvPr id="21" name="Text Placeholder 18">
            <a:extLst>
              <a:ext uri="{FF2B5EF4-FFF2-40B4-BE49-F238E27FC236}">
                <a16:creationId xmlns:a16="http://schemas.microsoft.com/office/drawing/2014/main" id="{986B1A5C-9A3A-9D1A-E83F-FD239DF7C4E8}"/>
              </a:ext>
            </a:extLst>
          </p:cNvPr>
          <p:cNvSpPr>
            <a:spLocks noGrp="1"/>
          </p:cNvSpPr>
          <p:nvPr>
            <p:ph type="body" sz="quarter" idx="12" hasCustomPrompt="1"/>
          </p:nvPr>
        </p:nvSpPr>
        <p:spPr>
          <a:xfrm>
            <a:off x="1663601" y="3594495"/>
            <a:ext cx="7553554" cy="1040611"/>
          </a:xfrm>
        </p:spPr>
        <p:txBody>
          <a:bodyPr/>
          <a:lstStyle>
            <a:lvl1pPr marL="0" indent="0" algn="l" defTabSz="1097280" rtl="0" eaLnBrk="1" latinLnBrk="0" hangingPunct="1">
              <a:buNone/>
              <a:defRPr lang="en-US" sz="1680" b="0" i="0" kern="100" dirty="0" smtClean="0">
                <a:solidFill>
                  <a:schemeClr val="tx1"/>
                </a:solidFill>
                <a:effectLst/>
                <a:latin typeface="Arial" panose="020B0604020202020204" pitchFamily="34" charset="0"/>
                <a:ea typeface="Calibri" panose="020F0502020204030204" pitchFamily="34" charset="0"/>
                <a:cs typeface="Times New Roman" panose="02020603050405020304" pitchFamily="18"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text goes here and here</a:t>
            </a:r>
          </a:p>
        </p:txBody>
      </p:sp>
    </p:spTree>
    <p:extLst>
      <p:ext uri="{BB962C8B-B14F-4D97-AF65-F5344CB8AC3E}">
        <p14:creationId xmlns:p14="http://schemas.microsoft.com/office/powerpoint/2010/main" val="38455956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5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7026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CCDC453-8E39-707C-CB1B-5173F76B7BBF}"/>
              </a:ext>
            </a:extLst>
          </p:cNvPr>
          <p:cNvSpPr>
            <a:spLocks noGrp="1"/>
          </p:cNvSpPr>
          <p:nvPr>
            <p:ph type="title"/>
          </p:nvPr>
        </p:nvSpPr>
        <p:spPr>
          <a:xfrm>
            <a:off x="558540" y="898988"/>
            <a:ext cx="12994925" cy="842405"/>
          </a:xfrm>
        </p:spPr>
        <p:txBody>
          <a:bodyPr/>
          <a:lstStyle>
            <a:lvl1pPr>
              <a:defRPr b="0" i="0">
                <a:latin typeface="Arial" panose="020B0604020202020204" pitchFamily="34" charset="0"/>
              </a:defRPr>
            </a:lvl1pPr>
          </a:lstStyle>
          <a:p>
            <a:r>
              <a:rPr lang="en-US"/>
              <a:t>Click to edit Master title style</a:t>
            </a:r>
          </a:p>
        </p:txBody>
      </p:sp>
      <p:sp>
        <p:nvSpPr>
          <p:cNvPr id="4" name="Text Placeholder 13">
            <a:extLst>
              <a:ext uri="{FF2B5EF4-FFF2-40B4-BE49-F238E27FC236}">
                <a16:creationId xmlns:a16="http://schemas.microsoft.com/office/drawing/2014/main" id="{DD76F0ED-56A0-915E-C843-6236FCFF1449}"/>
              </a:ext>
            </a:extLst>
          </p:cNvPr>
          <p:cNvSpPr>
            <a:spLocks noGrp="1"/>
          </p:cNvSpPr>
          <p:nvPr>
            <p:ph type="body" sz="quarter" idx="12" hasCustomPrompt="1"/>
          </p:nvPr>
        </p:nvSpPr>
        <p:spPr>
          <a:xfrm>
            <a:off x="558540" y="582759"/>
            <a:ext cx="5349240" cy="316230"/>
          </a:xfrm>
        </p:spPr>
        <p:txBody>
          <a:bodyPr/>
          <a:lstStyle>
            <a:lvl1pPr marL="0" indent="0">
              <a:buFontTx/>
              <a:buNone/>
              <a:defRPr sz="1440" b="1" i="0">
                <a:solidFill>
                  <a:schemeClr val="tx1"/>
                </a:solidFill>
                <a:latin typeface="Arial" panose="020B0604020202020204" pitchFamily="34" charset="0"/>
              </a:defRPr>
            </a:lvl1pPr>
            <a:lvl2pPr marL="360046" indent="0">
              <a:buFontTx/>
              <a:buNone/>
              <a:defRPr sz="1440"/>
            </a:lvl2pPr>
            <a:lvl3pPr marL="626744" indent="0">
              <a:buFontTx/>
              <a:buNone/>
              <a:defRPr sz="1440"/>
            </a:lvl3pPr>
            <a:lvl4pPr marL="975360" indent="0">
              <a:buFontTx/>
              <a:buNone/>
              <a:defRPr sz="1440"/>
            </a:lvl4pPr>
            <a:lvl5pPr marL="1242060" indent="0">
              <a:buFontTx/>
              <a:buNone/>
              <a:defRPr sz="1440"/>
            </a:lvl5pPr>
          </a:lstStyle>
          <a:p>
            <a:pPr lvl="0"/>
            <a:r>
              <a:rPr lang="en-US"/>
              <a:t>SECTION NAME</a:t>
            </a:r>
          </a:p>
        </p:txBody>
      </p:sp>
    </p:spTree>
    <p:extLst>
      <p:ext uri="{BB962C8B-B14F-4D97-AF65-F5344CB8AC3E}">
        <p14:creationId xmlns:p14="http://schemas.microsoft.com/office/powerpoint/2010/main" val="4291904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Blank">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A372E5-F994-B642-D96C-A2D0A4D0951E}"/>
              </a:ext>
            </a:extLst>
          </p:cNvPr>
          <p:cNvSpPr/>
          <p:nvPr userDrawn="1"/>
        </p:nvSpPr>
        <p:spPr>
          <a:xfrm>
            <a:off x="0" y="-9847"/>
            <a:ext cx="14630400" cy="8229600"/>
          </a:xfrm>
          <a:prstGeom prst="rect">
            <a:avLst/>
          </a:prstGeom>
          <a:gradFill flip="none" rotWithShape="1">
            <a:gsLst>
              <a:gs pos="0">
                <a:srgbClr val="1E5B67">
                  <a:shade val="30000"/>
                  <a:satMod val="115000"/>
                </a:srgbClr>
              </a:gs>
              <a:gs pos="50000">
                <a:srgbClr val="1E5B67">
                  <a:shade val="67500"/>
                  <a:satMod val="115000"/>
                </a:srgbClr>
              </a:gs>
              <a:gs pos="100000">
                <a:srgbClr val="1E5B67">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5" name="Picture Placeholder 14">
            <a:extLst>
              <a:ext uri="{FF2B5EF4-FFF2-40B4-BE49-F238E27FC236}">
                <a16:creationId xmlns:a16="http://schemas.microsoft.com/office/drawing/2014/main" id="{D74E88AE-2B1C-C96C-5FCA-074BFD143C27}"/>
              </a:ext>
            </a:extLst>
          </p:cNvPr>
          <p:cNvSpPr>
            <a:spLocks noGrp="1"/>
          </p:cNvSpPr>
          <p:nvPr>
            <p:ph type="pic" sz="quarter" idx="10"/>
          </p:nvPr>
        </p:nvSpPr>
        <p:spPr>
          <a:xfrm>
            <a:off x="139950" y="-455793"/>
            <a:ext cx="3491437" cy="2523930"/>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6" name="Picture Placeholder 14">
            <a:extLst>
              <a:ext uri="{FF2B5EF4-FFF2-40B4-BE49-F238E27FC236}">
                <a16:creationId xmlns:a16="http://schemas.microsoft.com/office/drawing/2014/main" id="{2D231018-761D-F85B-D9E5-839F1DD02120}"/>
              </a:ext>
            </a:extLst>
          </p:cNvPr>
          <p:cNvSpPr>
            <a:spLocks noGrp="1"/>
          </p:cNvSpPr>
          <p:nvPr>
            <p:ph type="pic" sz="quarter" idx="11"/>
          </p:nvPr>
        </p:nvSpPr>
        <p:spPr>
          <a:xfrm>
            <a:off x="136713" y="2225509"/>
            <a:ext cx="3491437" cy="3713870"/>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7" name="Picture Placeholder 14">
            <a:extLst>
              <a:ext uri="{FF2B5EF4-FFF2-40B4-BE49-F238E27FC236}">
                <a16:creationId xmlns:a16="http://schemas.microsoft.com/office/drawing/2014/main" id="{8E51859F-7110-6502-2C74-C1B9F71B41DB}"/>
              </a:ext>
            </a:extLst>
          </p:cNvPr>
          <p:cNvSpPr>
            <a:spLocks noGrp="1"/>
          </p:cNvSpPr>
          <p:nvPr>
            <p:ph type="pic" sz="quarter" idx="12"/>
          </p:nvPr>
        </p:nvSpPr>
        <p:spPr>
          <a:xfrm>
            <a:off x="149423" y="6169905"/>
            <a:ext cx="3478727" cy="2321354"/>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8" name="Picture Placeholder 14">
            <a:extLst>
              <a:ext uri="{FF2B5EF4-FFF2-40B4-BE49-F238E27FC236}">
                <a16:creationId xmlns:a16="http://schemas.microsoft.com/office/drawing/2014/main" id="{52EA7392-771E-E07B-4722-34871B1B1BB0}"/>
              </a:ext>
            </a:extLst>
          </p:cNvPr>
          <p:cNvSpPr>
            <a:spLocks noGrp="1"/>
          </p:cNvSpPr>
          <p:nvPr>
            <p:ph type="pic" sz="quarter" idx="13"/>
          </p:nvPr>
        </p:nvSpPr>
        <p:spPr>
          <a:xfrm>
            <a:off x="3803645" y="4386306"/>
            <a:ext cx="3444271" cy="410495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9" name="Picture Placeholder 14">
            <a:extLst>
              <a:ext uri="{FF2B5EF4-FFF2-40B4-BE49-F238E27FC236}">
                <a16:creationId xmlns:a16="http://schemas.microsoft.com/office/drawing/2014/main" id="{491E83DE-FC1D-003F-0FE5-62B1E4BB06DF}"/>
              </a:ext>
            </a:extLst>
          </p:cNvPr>
          <p:cNvSpPr>
            <a:spLocks noGrp="1"/>
          </p:cNvSpPr>
          <p:nvPr>
            <p:ph type="pic" sz="quarter" idx="14"/>
          </p:nvPr>
        </p:nvSpPr>
        <p:spPr>
          <a:xfrm>
            <a:off x="3803645" y="-455794"/>
            <a:ext cx="3444271" cy="470986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20" name="Picture Placeholder 14">
            <a:extLst>
              <a:ext uri="{FF2B5EF4-FFF2-40B4-BE49-F238E27FC236}">
                <a16:creationId xmlns:a16="http://schemas.microsoft.com/office/drawing/2014/main" id="{D89505B0-2045-916B-A215-AEBE7F66807B}"/>
              </a:ext>
            </a:extLst>
          </p:cNvPr>
          <p:cNvSpPr>
            <a:spLocks noGrp="1"/>
          </p:cNvSpPr>
          <p:nvPr>
            <p:ph type="pic" sz="quarter" idx="15"/>
          </p:nvPr>
        </p:nvSpPr>
        <p:spPr>
          <a:xfrm>
            <a:off x="7373128" y="-455794"/>
            <a:ext cx="3444271" cy="5435755"/>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21" name="Picture Placeholder 14">
            <a:extLst>
              <a:ext uri="{FF2B5EF4-FFF2-40B4-BE49-F238E27FC236}">
                <a16:creationId xmlns:a16="http://schemas.microsoft.com/office/drawing/2014/main" id="{F357549D-0B76-1964-5A23-52757BF806DF}"/>
              </a:ext>
            </a:extLst>
          </p:cNvPr>
          <p:cNvSpPr>
            <a:spLocks noGrp="1"/>
          </p:cNvSpPr>
          <p:nvPr>
            <p:ph type="pic" sz="quarter" idx="16"/>
          </p:nvPr>
        </p:nvSpPr>
        <p:spPr>
          <a:xfrm>
            <a:off x="7398210" y="5112200"/>
            <a:ext cx="3444271" cy="3379060"/>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22" name="Picture Placeholder 14">
            <a:extLst>
              <a:ext uri="{FF2B5EF4-FFF2-40B4-BE49-F238E27FC236}">
                <a16:creationId xmlns:a16="http://schemas.microsoft.com/office/drawing/2014/main" id="{325A1205-A16A-569D-56AD-F9618E5AA2BB}"/>
              </a:ext>
            </a:extLst>
          </p:cNvPr>
          <p:cNvSpPr>
            <a:spLocks noGrp="1"/>
          </p:cNvSpPr>
          <p:nvPr>
            <p:ph type="pic" sz="quarter" idx="17"/>
          </p:nvPr>
        </p:nvSpPr>
        <p:spPr>
          <a:xfrm>
            <a:off x="11036706" y="6118326"/>
            <a:ext cx="3444271" cy="237293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23" name="Picture Placeholder 14">
            <a:extLst>
              <a:ext uri="{FF2B5EF4-FFF2-40B4-BE49-F238E27FC236}">
                <a16:creationId xmlns:a16="http://schemas.microsoft.com/office/drawing/2014/main" id="{8883EF76-A738-34B5-841A-1B0A1281F557}"/>
              </a:ext>
            </a:extLst>
          </p:cNvPr>
          <p:cNvSpPr>
            <a:spLocks noGrp="1"/>
          </p:cNvSpPr>
          <p:nvPr>
            <p:ph type="pic" sz="quarter" idx="18"/>
          </p:nvPr>
        </p:nvSpPr>
        <p:spPr>
          <a:xfrm>
            <a:off x="10992777" y="2638725"/>
            <a:ext cx="3444271" cy="3300654"/>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24" name="Picture Placeholder 14">
            <a:extLst>
              <a:ext uri="{FF2B5EF4-FFF2-40B4-BE49-F238E27FC236}">
                <a16:creationId xmlns:a16="http://schemas.microsoft.com/office/drawing/2014/main" id="{68121786-577A-2E90-BB01-48CD114EBB8D}"/>
              </a:ext>
            </a:extLst>
          </p:cNvPr>
          <p:cNvSpPr>
            <a:spLocks noGrp="1"/>
          </p:cNvSpPr>
          <p:nvPr>
            <p:ph type="pic" sz="quarter" idx="19"/>
          </p:nvPr>
        </p:nvSpPr>
        <p:spPr>
          <a:xfrm>
            <a:off x="11011623" y="-455793"/>
            <a:ext cx="3444271" cy="2912291"/>
          </a:xfrm>
          <a:prstGeom prst="roundRect">
            <a:avLst>
              <a:gd name="adj" fmla="val 5557"/>
            </a:avLst>
          </a:prstGeom>
        </p:spPr>
        <p:txBody>
          <a:bodyPr/>
          <a:lstStyle>
            <a:lvl1pPr>
              <a:defRPr b="1" i="0">
                <a:latin typeface="Arial" panose="020B0604020202020204" pitchFamily="34" charset="0"/>
              </a:defRPr>
            </a:lvl1pPr>
          </a:lstStyle>
          <a:p>
            <a:endParaRPr lang="en-US"/>
          </a:p>
        </p:txBody>
      </p:sp>
    </p:spTree>
    <p:extLst>
      <p:ext uri="{BB962C8B-B14F-4D97-AF65-F5344CB8AC3E}">
        <p14:creationId xmlns:p14="http://schemas.microsoft.com/office/powerpoint/2010/main" val="27831542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Blank">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810129-AB5B-D5E0-205F-51CBDB176EBC}"/>
              </a:ext>
            </a:extLst>
          </p:cNvPr>
          <p:cNvSpPr/>
          <p:nvPr userDrawn="1"/>
        </p:nvSpPr>
        <p:spPr>
          <a:xfrm>
            <a:off x="0" y="0"/>
            <a:ext cx="14630400" cy="8229600"/>
          </a:xfrm>
          <a:prstGeom prst="rect">
            <a:avLst/>
          </a:prstGeom>
          <a:gradFill flip="none" rotWithShape="1">
            <a:gsLst>
              <a:gs pos="0">
                <a:srgbClr val="1E5B67">
                  <a:shade val="30000"/>
                  <a:satMod val="115000"/>
                </a:srgbClr>
              </a:gs>
              <a:gs pos="50000">
                <a:srgbClr val="1E5B67">
                  <a:shade val="67500"/>
                  <a:satMod val="115000"/>
                </a:srgbClr>
              </a:gs>
              <a:gs pos="100000">
                <a:srgbClr val="1E5B67">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pic>
        <p:nvPicPr>
          <p:cNvPr id="3" name="Picture 2">
            <a:extLst>
              <a:ext uri="{FF2B5EF4-FFF2-40B4-BE49-F238E27FC236}">
                <a16:creationId xmlns:a16="http://schemas.microsoft.com/office/drawing/2014/main" id="{BA3A4328-017C-621E-5893-6CB117CDEC74}"/>
              </a:ext>
            </a:extLst>
          </p:cNvPr>
          <p:cNvPicPr>
            <a:picLocks noChangeAspect="1"/>
          </p:cNvPicPr>
          <p:nvPr userDrawn="1"/>
        </p:nvPicPr>
        <p:blipFill>
          <a:blip r:embed="rId2" cstate="screen">
            <a:alphaModFix amt="2000"/>
            <a:extLst>
              <a:ext uri="{28A0092B-C50C-407E-A947-70E740481C1C}">
                <a14:useLocalDpi xmlns:a14="http://schemas.microsoft.com/office/drawing/2010/main"/>
              </a:ext>
            </a:extLst>
          </a:blip>
          <a:stretch>
            <a:fillRect/>
          </a:stretch>
        </p:blipFill>
        <p:spPr>
          <a:xfrm>
            <a:off x="6962274" y="-293422"/>
            <a:ext cx="8816443" cy="8816443"/>
          </a:xfrm>
          <a:prstGeom prst="rect">
            <a:avLst/>
          </a:prstGeom>
        </p:spPr>
      </p:pic>
      <p:grpSp>
        <p:nvGrpSpPr>
          <p:cNvPr id="7" name="Group 6">
            <a:extLst>
              <a:ext uri="{FF2B5EF4-FFF2-40B4-BE49-F238E27FC236}">
                <a16:creationId xmlns:a16="http://schemas.microsoft.com/office/drawing/2014/main" id="{A5B9A5BB-F392-2203-000F-01008C42DD59}"/>
              </a:ext>
            </a:extLst>
          </p:cNvPr>
          <p:cNvGrpSpPr/>
          <p:nvPr userDrawn="1"/>
        </p:nvGrpSpPr>
        <p:grpSpPr>
          <a:xfrm rot="16200000">
            <a:off x="7249364" y="848564"/>
            <a:ext cx="131674" cy="14630398"/>
            <a:chOff x="575491" y="0"/>
            <a:chExt cx="132917" cy="6857999"/>
          </a:xfrm>
        </p:grpSpPr>
        <p:sp>
          <p:nvSpPr>
            <p:cNvPr id="8" name="Rectangle 7">
              <a:extLst>
                <a:ext uri="{FF2B5EF4-FFF2-40B4-BE49-F238E27FC236}">
                  <a16:creationId xmlns:a16="http://schemas.microsoft.com/office/drawing/2014/main" id="{88761696-DC3A-0450-D648-F50D37DA64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nvGrpSpPr>
            <p:cNvPr id="9" name="Group 8">
              <a:extLst>
                <a:ext uri="{FF2B5EF4-FFF2-40B4-BE49-F238E27FC236}">
                  <a16:creationId xmlns:a16="http://schemas.microsoft.com/office/drawing/2014/main" id="{44C87B65-9BEB-9024-62FA-654443D4F99C}"/>
                </a:ext>
              </a:extLst>
            </p:cNvPr>
            <p:cNvGrpSpPr/>
            <p:nvPr/>
          </p:nvGrpSpPr>
          <p:grpSpPr>
            <a:xfrm>
              <a:off x="575491" y="0"/>
              <a:ext cx="132917" cy="5663985"/>
              <a:chOff x="575491" y="887930"/>
              <a:chExt cx="132917" cy="4776055"/>
            </a:xfrm>
          </p:grpSpPr>
          <p:sp>
            <p:nvSpPr>
              <p:cNvPr id="10" name="Rectangle 9">
                <a:extLst>
                  <a:ext uri="{FF2B5EF4-FFF2-40B4-BE49-F238E27FC236}">
                    <a16:creationId xmlns:a16="http://schemas.microsoft.com/office/drawing/2014/main" id="{2B1791AF-67D8-7086-5106-3E6BF325D808}"/>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1" name="Rectangle 10">
                <a:extLst>
                  <a:ext uri="{FF2B5EF4-FFF2-40B4-BE49-F238E27FC236}">
                    <a16:creationId xmlns:a16="http://schemas.microsoft.com/office/drawing/2014/main" id="{E2431BE3-D562-37B7-7997-4EA1C590FDA0}"/>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2" name="Rectangle 11">
                <a:extLst>
                  <a:ext uri="{FF2B5EF4-FFF2-40B4-BE49-F238E27FC236}">
                    <a16:creationId xmlns:a16="http://schemas.microsoft.com/office/drawing/2014/main" id="{F38A4F0C-80E4-64B5-46A6-5DBEC7179E48}"/>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3" name="Rectangle 12">
                <a:extLst>
                  <a:ext uri="{FF2B5EF4-FFF2-40B4-BE49-F238E27FC236}">
                    <a16:creationId xmlns:a16="http://schemas.microsoft.com/office/drawing/2014/main" id="{2AABD9E9-E557-981A-9AA3-D057C46F593B}"/>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grpSp>
      <p:sp>
        <p:nvSpPr>
          <p:cNvPr id="16" name="Text Placeholder 15">
            <a:extLst>
              <a:ext uri="{FF2B5EF4-FFF2-40B4-BE49-F238E27FC236}">
                <a16:creationId xmlns:a16="http://schemas.microsoft.com/office/drawing/2014/main" id="{7851F327-66CB-9589-0D64-A79F49E5B9D0}"/>
              </a:ext>
            </a:extLst>
          </p:cNvPr>
          <p:cNvSpPr>
            <a:spLocks noGrp="1"/>
          </p:cNvSpPr>
          <p:nvPr>
            <p:ph type="body" sz="quarter" idx="10" hasCustomPrompt="1"/>
          </p:nvPr>
        </p:nvSpPr>
        <p:spPr>
          <a:xfrm>
            <a:off x="988696" y="1528828"/>
            <a:ext cx="13115924" cy="4457700"/>
          </a:xfrm>
        </p:spPr>
        <p:txBody>
          <a:bodyPr/>
          <a:lstStyle>
            <a:lvl1pPr marL="0" indent="0">
              <a:lnSpc>
                <a:spcPts val="9840"/>
              </a:lnSpc>
              <a:buNone/>
              <a:defRPr lang="en-US" sz="8400" b="0" i="0" kern="1200" dirty="0">
                <a:solidFill>
                  <a:schemeClr val="bg1"/>
                </a:solidFill>
                <a:effectLst/>
                <a:latin typeface="Arial" panose="020B0604020202020204" pitchFamily="34" charset="0"/>
                <a:ea typeface="+mn-ea"/>
                <a:cs typeface="+mn-cs"/>
              </a:defRPr>
            </a:lvl1pPr>
          </a:lstStyle>
          <a:p>
            <a:pPr lvl="0"/>
            <a:r>
              <a:rPr lang="en-US"/>
              <a:t>Presentation </a:t>
            </a:r>
            <a:br>
              <a:rPr lang="en-US"/>
            </a:br>
            <a:r>
              <a:rPr lang="en-US"/>
              <a:t>section header goes </a:t>
            </a:r>
            <a:br>
              <a:rPr lang="en-US"/>
            </a:br>
            <a:r>
              <a:rPr lang="en-US"/>
              <a:t>here and here</a:t>
            </a:r>
          </a:p>
        </p:txBody>
      </p:sp>
      <p:sp>
        <p:nvSpPr>
          <p:cNvPr id="17" name="Text Placeholder 15">
            <a:extLst>
              <a:ext uri="{FF2B5EF4-FFF2-40B4-BE49-F238E27FC236}">
                <a16:creationId xmlns:a16="http://schemas.microsoft.com/office/drawing/2014/main" id="{FC83350A-2474-97BE-010B-1836D76E450B}"/>
              </a:ext>
            </a:extLst>
          </p:cNvPr>
          <p:cNvSpPr>
            <a:spLocks noGrp="1"/>
          </p:cNvSpPr>
          <p:nvPr>
            <p:ph type="body" sz="quarter" idx="11" hasCustomPrompt="1"/>
          </p:nvPr>
        </p:nvSpPr>
        <p:spPr>
          <a:xfrm>
            <a:off x="1042819" y="6801668"/>
            <a:ext cx="13061802" cy="1002836"/>
          </a:xfrm>
        </p:spPr>
        <p:txBody>
          <a:bodyPr/>
          <a:lstStyle>
            <a:lvl1pPr marL="0" indent="0" algn="l" defTabSz="653075" rtl="0" eaLnBrk="1" latinLnBrk="0" hangingPunct="1">
              <a:lnSpc>
                <a:spcPts val="2952"/>
              </a:lnSpc>
              <a:buNone/>
              <a:defRPr lang="en-US" sz="2160" b="0" i="0" kern="1200" dirty="0">
                <a:solidFill>
                  <a:schemeClr val="bg1"/>
                </a:solidFill>
                <a:latin typeface="Arial" panose="020B0604020202020204" pitchFamily="34" charset="0"/>
                <a:ea typeface="+mn-ea"/>
                <a:cs typeface="+mn-cs"/>
              </a:defRPr>
            </a:lvl1pPr>
          </a:lstStyle>
          <a:p>
            <a:pPr lvl="0"/>
            <a:r>
              <a:rPr lang="en-US"/>
              <a:t>Section subhead text goes here</a:t>
            </a:r>
          </a:p>
        </p:txBody>
      </p:sp>
      <p:pic>
        <p:nvPicPr>
          <p:cNvPr id="6" name="Picture 5" descr="A black and white logo&#10;&#10;AI-generated content may be incorrect.">
            <a:extLst>
              <a:ext uri="{FF2B5EF4-FFF2-40B4-BE49-F238E27FC236}">
                <a16:creationId xmlns:a16="http://schemas.microsoft.com/office/drawing/2014/main" id="{32A86E05-B697-A2A0-42D9-CF0E36A07123}"/>
              </a:ext>
            </a:extLst>
          </p:cNvPr>
          <p:cNvPicPr>
            <a:picLocks noChangeAspect="1"/>
          </p:cNvPicPr>
          <p:nvPr userDrawn="1"/>
        </p:nvPicPr>
        <p:blipFill>
          <a:blip r:embed="rId3"/>
          <a:stretch>
            <a:fillRect/>
          </a:stretch>
        </p:blipFill>
        <p:spPr>
          <a:xfrm>
            <a:off x="1042816" y="623756"/>
            <a:ext cx="2247604" cy="767531"/>
          </a:xfrm>
          <a:prstGeom prst="rect">
            <a:avLst/>
          </a:prstGeom>
        </p:spPr>
      </p:pic>
    </p:spTree>
    <p:extLst>
      <p:ext uri="{BB962C8B-B14F-4D97-AF65-F5344CB8AC3E}">
        <p14:creationId xmlns:p14="http://schemas.microsoft.com/office/powerpoint/2010/main" val="3475575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Blank">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810129-AB5B-D5E0-205F-51CBDB176EBC}"/>
              </a:ext>
            </a:extLst>
          </p:cNvPr>
          <p:cNvSpPr/>
          <p:nvPr userDrawn="1"/>
        </p:nvSpPr>
        <p:spPr>
          <a:xfrm>
            <a:off x="0" y="0"/>
            <a:ext cx="14630400" cy="8229600"/>
          </a:xfrm>
          <a:prstGeom prst="rect">
            <a:avLst/>
          </a:prstGeom>
          <a:gradFill flip="none" rotWithShape="1">
            <a:gsLst>
              <a:gs pos="0">
                <a:srgbClr val="1E5B67">
                  <a:shade val="30000"/>
                  <a:satMod val="115000"/>
                </a:srgbClr>
              </a:gs>
              <a:gs pos="50000">
                <a:srgbClr val="1E5B67">
                  <a:shade val="67500"/>
                  <a:satMod val="115000"/>
                </a:srgbClr>
              </a:gs>
              <a:gs pos="100000">
                <a:srgbClr val="1E5B67">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pic>
        <p:nvPicPr>
          <p:cNvPr id="34" name="Picture 33">
            <a:extLst>
              <a:ext uri="{FF2B5EF4-FFF2-40B4-BE49-F238E27FC236}">
                <a16:creationId xmlns:a16="http://schemas.microsoft.com/office/drawing/2014/main" id="{821C2517-6F5E-EC3C-72A0-1B7A84D9523D}"/>
              </a:ext>
            </a:extLst>
          </p:cNvPr>
          <p:cNvPicPr>
            <a:picLocks noChangeAspect="1"/>
          </p:cNvPicPr>
          <p:nvPr userDrawn="1"/>
        </p:nvPicPr>
        <p:blipFill>
          <a:blip r:embed="rId2" cstate="screen">
            <a:alphaModFix amt="2000"/>
            <a:extLst>
              <a:ext uri="{28A0092B-C50C-407E-A947-70E740481C1C}">
                <a14:useLocalDpi xmlns:a14="http://schemas.microsoft.com/office/drawing/2010/main"/>
              </a:ext>
            </a:extLst>
          </a:blip>
          <a:stretch>
            <a:fillRect/>
          </a:stretch>
        </p:blipFill>
        <p:spPr>
          <a:xfrm>
            <a:off x="322503" y="-334882"/>
            <a:ext cx="8816443" cy="8816443"/>
          </a:xfrm>
          <a:prstGeom prst="rect">
            <a:avLst/>
          </a:prstGeom>
        </p:spPr>
      </p:pic>
      <p:sp>
        <p:nvSpPr>
          <p:cNvPr id="40" name="Text Placeholder 39">
            <a:extLst>
              <a:ext uri="{FF2B5EF4-FFF2-40B4-BE49-F238E27FC236}">
                <a16:creationId xmlns:a16="http://schemas.microsoft.com/office/drawing/2014/main" id="{46E097DB-1118-8EDD-678F-0292E4B9553E}"/>
              </a:ext>
            </a:extLst>
          </p:cNvPr>
          <p:cNvSpPr>
            <a:spLocks noGrp="1"/>
          </p:cNvSpPr>
          <p:nvPr>
            <p:ph type="body" sz="quarter" idx="20" hasCustomPrompt="1"/>
          </p:nvPr>
        </p:nvSpPr>
        <p:spPr>
          <a:xfrm>
            <a:off x="931450" y="1740823"/>
            <a:ext cx="4738142" cy="297823"/>
          </a:xfrm>
        </p:spPr>
        <p:txBody>
          <a:bodyPr/>
          <a:lstStyle>
            <a:lvl1pPr marL="0" indent="0">
              <a:buNone/>
              <a:defRPr sz="1680" b="1" i="0">
                <a:solidFill>
                  <a:srgbClr val="97BABA"/>
                </a:solidFill>
                <a:latin typeface="Arial" panose="020B0604020202020204" pitchFamily="34" charset="0"/>
              </a:defRPr>
            </a:lvl1pPr>
          </a:lstStyle>
          <a:p>
            <a:pPr lvl="0"/>
            <a:r>
              <a:rPr lang="en-US"/>
              <a:t>ADD SECTION</a:t>
            </a:r>
          </a:p>
        </p:txBody>
      </p:sp>
      <p:sp>
        <p:nvSpPr>
          <p:cNvPr id="41" name="Text Placeholder 39">
            <a:extLst>
              <a:ext uri="{FF2B5EF4-FFF2-40B4-BE49-F238E27FC236}">
                <a16:creationId xmlns:a16="http://schemas.microsoft.com/office/drawing/2014/main" id="{53E1095A-E6DA-3B28-8332-B7267A10DEB0}"/>
              </a:ext>
            </a:extLst>
          </p:cNvPr>
          <p:cNvSpPr>
            <a:spLocks noGrp="1"/>
          </p:cNvSpPr>
          <p:nvPr>
            <p:ph type="body" sz="quarter" idx="21" hasCustomPrompt="1"/>
          </p:nvPr>
        </p:nvSpPr>
        <p:spPr>
          <a:xfrm>
            <a:off x="931449" y="2038648"/>
            <a:ext cx="6486464" cy="1740823"/>
          </a:xfrm>
        </p:spPr>
        <p:txBody>
          <a:bodyPr/>
          <a:lstStyle>
            <a:lvl1pPr marL="0" indent="0">
              <a:lnSpc>
                <a:spcPts val="5736"/>
              </a:lnSpc>
              <a:buNone/>
              <a:defRPr lang="en-US" sz="5280" b="0" i="0" kern="1200" dirty="0">
                <a:solidFill>
                  <a:schemeClr val="bg1"/>
                </a:solidFill>
                <a:latin typeface="Arial" panose="020B0604020202020204" pitchFamily="34" charset="0"/>
                <a:ea typeface="+mn-ea"/>
                <a:cs typeface="+mn-cs"/>
              </a:defRPr>
            </a:lvl1pPr>
          </a:lstStyle>
          <a:p>
            <a:pPr lvl="0"/>
            <a:r>
              <a:rPr lang="en-US"/>
              <a:t>Section header </a:t>
            </a:r>
            <a:br>
              <a:rPr lang="en-US"/>
            </a:br>
            <a:r>
              <a:rPr lang="en-US"/>
              <a:t>goes here</a:t>
            </a:r>
          </a:p>
        </p:txBody>
      </p:sp>
      <p:sp>
        <p:nvSpPr>
          <p:cNvPr id="42" name="Text Placeholder 39">
            <a:extLst>
              <a:ext uri="{FF2B5EF4-FFF2-40B4-BE49-F238E27FC236}">
                <a16:creationId xmlns:a16="http://schemas.microsoft.com/office/drawing/2014/main" id="{5C308213-0132-F57A-AC56-E4960D1FBD49}"/>
              </a:ext>
            </a:extLst>
          </p:cNvPr>
          <p:cNvSpPr>
            <a:spLocks noGrp="1"/>
          </p:cNvSpPr>
          <p:nvPr>
            <p:ph type="body" sz="quarter" idx="22" hasCustomPrompt="1"/>
          </p:nvPr>
        </p:nvSpPr>
        <p:spPr>
          <a:xfrm>
            <a:off x="931449" y="3850709"/>
            <a:ext cx="6486464" cy="2153130"/>
          </a:xfrm>
        </p:spPr>
        <p:txBody>
          <a:bodyPr/>
          <a:lstStyle>
            <a:lvl1pPr marL="0" indent="0">
              <a:buNone/>
              <a:defRPr lang="en-US" sz="1680" b="0" i="0" kern="1200" dirty="0">
                <a:solidFill>
                  <a:schemeClr val="bg1"/>
                </a:solidFill>
                <a:effectLst/>
                <a:latin typeface="Arial" panose="020B0604020202020204" pitchFamily="34" charset="0"/>
                <a:ea typeface="+mn-ea"/>
                <a:cs typeface="+mn-cs"/>
              </a:defRPr>
            </a:lvl1pPr>
          </a:lstStyle>
          <a:p>
            <a:pPr lvl="0"/>
            <a:r>
              <a:rPr lang="en-US"/>
              <a:t>Section text goes here</a:t>
            </a:r>
          </a:p>
        </p:txBody>
      </p:sp>
      <p:pic>
        <p:nvPicPr>
          <p:cNvPr id="3" name="Picture 2" descr="A black and white logo&#10;&#10;AI-generated content may be incorrect.">
            <a:extLst>
              <a:ext uri="{FF2B5EF4-FFF2-40B4-BE49-F238E27FC236}">
                <a16:creationId xmlns:a16="http://schemas.microsoft.com/office/drawing/2014/main" id="{1D3D4849-6C1F-A675-3DD9-D3F2A2FA7069}"/>
              </a:ext>
            </a:extLst>
          </p:cNvPr>
          <p:cNvPicPr>
            <a:picLocks noChangeAspect="1"/>
          </p:cNvPicPr>
          <p:nvPr userDrawn="1"/>
        </p:nvPicPr>
        <p:blipFill>
          <a:blip r:embed="rId3"/>
          <a:stretch>
            <a:fillRect/>
          </a:stretch>
        </p:blipFill>
        <p:spPr>
          <a:xfrm>
            <a:off x="931449" y="7142705"/>
            <a:ext cx="1097149" cy="374664"/>
          </a:xfrm>
          <a:prstGeom prst="rect">
            <a:avLst/>
          </a:prstGeom>
        </p:spPr>
      </p:pic>
    </p:spTree>
    <p:extLst>
      <p:ext uri="{BB962C8B-B14F-4D97-AF65-F5344CB8AC3E}">
        <p14:creationId xmlns:p14="http://schemas.microsoft.com/office/powerpoint/2010/main" val="2334961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20108-09DB-9968-5870-48C6A8A52C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572" y="7590252"/>
            <a:ext cx="1066206" cy="274933"/>
          </a:xfrm>
          <a:prstGeom prst="rect">
            <a:avLst/>
          </a:prstGeom>
        </p:spPr>
      </p:pic>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5107" y="194196"/>
            <a:ext cx="289351" cy="289351"/>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EEC67BF9-0BC7-83AD-FCC0-F3EA40858D78}"/>
              </a:ext>
            </a:extLst>
          </p:cNvPr>
          <p:cNvPicPr>
            <a:picLocks noChangeAspect="1"/>
          </p:cNvPicPr>
          <p:nvPr userDrawn="1"/>
        </p:nvPicPr>
        <p:blipFill>
          <a:blip r:embed="rId5"/>
          <a:stretch>
            <a:fillRect/>
          </a:stretch>
        </p:blipFill>
        <p:spPr>
          <a:xfrm>
            <a:off x="12967009" y="7399086"/>
            <a:ext cx="1218769" cy="416413"/>
          </a:xfrm>
          <a:prstGeom prst="rect">
            <a:avLst/>
          </a:prstGeom>
        </p:spPr>
      </p:pic>
    </p:spTree>
    <p:extLst>
      <p:ext uri="{BB962C8B-B14F-4D97-AF65-F5344CB8AC3E}">
        <p14:creationId xmlns:p14="http://schemas.microsoft.com/office/powerpoint/2010/main" val="3233062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20108-09DB-9968-5870-48C6A8A52C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572" y="7590252"/>
            <a:ext cx="1066206" cy="274933"/>
          </a:xfrm>
          <a:prstGeom prst="rect">
            <a:avLst/>
          </a:prstGeom>
        </p:spPr>
      </p:pic>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5107" y="194196"/>
            <a:ext cx="289351" cy="289351"/>
          </a:xfrm>
          <a:prstGeom prst="rect">
            <a:avLst/>
          </a:prstGeom>
        </p:spPr>
      </p:pic>
      <p:sp>
        <p:nvSpPr>
          <p:cNvPr id="19" name="Text Placeholder 18">
            <a:extLst>
              <a:ext uri="{FF2B5EF4-FFF2-40B4-BE49-F238E27FC236}">
                <a16:creationId xmlns:a16="http://schemas.microsoft.com/office/drawing/2014/main" id="{D4F3776E-0694-3528-A67D-542C387E37B7}"/>
              </a:ext>
            </a:extLst>
          </p:cNvPr>
          <p:cNvSpPr>
            <a:spLocks noGrp="1"/>
          </p:cNvSpPr>
          <p:nvPr>
            <p:ph type="body" sz="quarter" idx="10" hasCustomPrompt="1"/>
          </p:nvPr>
        </p:nvSpPr>
        <p:spPr>
          <a:xfrm>
            <a:off x="1663601" y="1003853"/>
            <a:ext cx="7553554" cy="369100"/>
          </a:xfrm>
        </p:spPr>
        <p:txBody>
          <a:bodyPr/>
          <a:lstStyle>
            <a:lvl1pPr marL="0" indent="0">
              <a:buNone/>
              <a:defRPr lang="en-US" sz="1680" b="1" i="0" kern="1200" dirty="0" smtClean="0">
                <a:solidFill>
                  <a:schemeClr val="tx1"/>
                </a:solidFill>
                <a:latin typeface="Arial" panose="020B0604020202020204" pitchFamily="34" charset="0"/>
                <a:ea typeface="+mn-ea"/>
                <a:cs typeface="+mn-cs"/>
              </a:defRPr>
            </a:lvl1pPr>
            <a:lvl2pPr marL="360046" indent="0">
              <a:buNone/>
              <a:defRPr/>
            </a:lvl2pPr>
            <a:lvl3pPr marL="626744" indent="0">
              <a:buNone/>
              <a:defRPr/>
            </a:lvl3pPr>
            <a:lvl4pPr marL="975360" indent="0">
              <a:buNone/>
              <a:defRPr/>
            </a:lvl4pPr>
            <a:lvl5pPr marL="1242060" indent="0">
              <a:buNone/>
              <a:defRPr/>
            </a:lvl5pPr>
          </a:lstStyle>
          <a:p>
            <a:pPr lvl="0"/>
            <a:r>
              <a:rPr lang="en-US"/>
              <a:t>Eyebrow here</a:t>
            </a:r>
          </a:p>
        </p:txBody>
      </p:sp>
      <p:sp>
        <p:nvSpPr>
          <p:cNvPr id="20" name="Text Placeholder 18">
            <a:extLst>
              <a:ext uri="{FF2B5EF4-FFF2-40B4-BE49-F238E27FC236}">
                <a16:creationId xmlns:a16="http://schemas.microsoft.com/office/drawing/2014/main" id="{CF22572B-C3EB-1A06-5BB9-EFC65FD5C3EA}"/>
              </a:ext>
            </a:extLst>
          </p:cNvPr>
          <p:cNvSpPr>
            <a:spLocks noGrp="1"/>
          </p:cNvSpPr>
          <p:nvPr>
            <p:ph type="body" sz="quarter" idx="11" hasCustomPrompt="1"/>
          </p:nvPr>
        </p:nvSpPr>
        <p:spPr>
          <a:xfrm>
            <a:off x="1663600" y="1363442"/>
            <a:ext cx="12522176" cy="831119"/>
          </a:xfrm>
        </p:spPr>
        <p:txBody>
          <a:bodyPr/>
          <a:lstStyle>
            <a:lvl1pPr marL="0" indent="0" algn="l" defTabSz="1097280" rtl="0" eaLnBrk="1" latinLnBrk="0" hangingPunct="1">
              <a:buNone/>
              <a:defRPr lang="en-US" sz="4320" b="0" i="0" kern="1200" dirty="0" smtClean="0">
                <a:solidFill>
                  <a:schemeClr val="tx1"/>
                </a:solidFill>
                <a:latin typeface="Arial" panose="020B0604020202020204" pitchFamily="34" charset="0"/>
                <a:ea typeface="+mn-ea"/>
                <a:cs typeface="Arial" panose="020B0604020202020204" pitchFamily="34"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header goes here and here</a:t>
            </a:r>
          </a:p>
        </p:txBody>
      </p:sp>
      <p:pic>
        <p:nvPicPr>
          <p:cNvPr id="2" name="Picture 1" descr="A black and white logo&#10;&#10;AI-generated content may be incorrect.">
            <a:extLst>
              <a:ext uri="{FF2B5EF4-FFF2-40B4-BE49-F238E27FC236}">
                <a16:creationId xmlns:a16="http://schemas.microsoft.com/office/drawing/2014/main" id="{0CD5D14E-2614-BA1C-6649-BF95603AA156}"/>
              </a:ext>
            </a:extLst>
          </p:cNvPr>
          <p:cNvPicPr>
            <a:picLocks noChangeAspect="1"/>
          </p:cNvPicPr>
          <p:nvPr userDrawn="1"/>
        </p:nvPicPr>
        <p:blipFill>
          <a:blip r:embed="rId5"/>
          <a:stretch>
            <a:fillRect/>
          </a:stretch>
        </p:blipFill>
        <p:spPr>
          <a:xfrm>
            <a:off x="12967009" y="7399086"/>
            <a:ext cx="1218769" cy="416413"/>
          </a:xfrm>
          <a:prstGeom prst="rect">
            <a:avLst/>
          </a:prstGeom>
        </p:spPr>
      </p:pic>
    </p:spTree>
    <p:extLst>
      <p:ext uri="{BB962C8B-B14F-4D97-AF65-F5344CB8AC3E}">
        <p14:creationId xmlns:p14="http://schemas.microsoft.com/office/powerpoint/2010/main" val="3202608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20108-09DB-9968-5870-48C6A8A52C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572" y="7590252"/>
            <a:ext cx="1066206" cy="274933"/>
          </a:xfrm>
          <a:prstGeom prst="rect">
            <a:avLst/>
          </a:prstGeom>
        </p:spPr>
      </p:pic>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5107" y="194196"/>
            <a:ext cx="289351" cy="289351"/>
          </a:xfrm>
          <a:prstGeom prst="rect">
            <a:avLst/>
          </a:prstGeom>
        </p:spPr>
      </p:pic>
      <p:sp>
        <p:nvSpPr>
          <p:cNvPr id="19" name="Text Placeholder 18">
            <a:extLst>
              <a:ext uri="{FF2B5EF4-FFF2-40B4-BE49-F238E27FC236}">
                <a16:creationId xmlns:a16="http://schemas.microsoft.com/office/drawing/2014/main" id="{D4F3776E-0694-3528-A67D-542C387E37B7}"/>
              </a:ext>
            </a:extLst>
          </p:cNvPr>
          <p:cNvSpPr>
            <a:spLocks noGrp="1"/>
          </p:cNvSpPr>
          <p:nvPr>
            <p:ph type="body" sz="quarter" idx="10" hasCustomPrompt="1"/>
          </p:nvPr>
        </p:nvSpPr>
        <p:spPr>
          <a:xfrm>
            <a:off x="1663601" y="1003853"/>
            <a:ext cx="7553554" cy="369100"/>
          </a:xfrm>
        </p:spPr>
        <p:txBody>
          <a:bodyPr/>
          <a:lstStyle>
            <a:lvl1pPr marL="0" indent="0">
              <a:buNone/>
              <a:defRPr lang="en-US" sz="1680" b="1" i="0" kern="1200" dirty="0" smtClean="0">
                <a:solidFill>
                  <a:schemeClr val="tx1"/>
                </a:solidFill>
                <a:latin typeface="Arial" panose="020B0604020202020204" pitchFamily="34" charset="0"/>
                <a:ea typeface="+mn-ea"/>
                <a:cs typeface="+mn-cs"/>
              </a:defRPr>
            </a:lvl1pPr>
            <a:lvl2pPr marL="360046" indent="0">
              <a:buNone/>
              <a:defRPr/>
            </a:lvl2pPr>
            <a:lvl3pPr marL="626744" indent="0">
              <a:buNone/>
              <a:defRPr/>
            </a:lvl3pPr>
            <a:lvl4pPr marL="975360" indent="0">
              <a:buNone/>
              <a:defRPr/>
            </a:lvl4pPr>
            <a:lvl5pPr marL="1242060" indent="0">
              <a:buNone/>
              <a:defRPr/>
            </a:lvl5pPr>
          </a:lstStyle>
          <a:p>
            <a:pPr lvl="0"/>
            <a:r>
              <a:rPr lang="en-US"/>
              <a:t>Eyebrow here</a:t>
            </a:r>
          </a:p>
        </p:txBody>
      </p:sp>
      <p:sp>
        <p:nvSpPr>
          <p:cNvPr id="20" name="Text Placeholder 18">
            <a:extLst>
              <a:ext uri="{FF2B5EF4-FFF2-40B4-BE49-F238E27FC236}">
                <a16:creationId xmlns:a16="http://schemas.microsoft.com/office/drawing/2014/main" id="{CF22572B-C3EB-1A06-5BB9-EFC65FD5C3EA}"/>
              </a:ext>
            </a:extLst>
          </p:cNvPr>
          <p:cNvSpPr>
            <a:spLocks noGrp="1"/>
          </p:cNvSpPr>
          <p:nvPr>
            <p:ph type="body" sz="quarter" idx="11" hasCustomPrompt="1"/>
          </p:nvPr>
        </p:nvSpPr>
        <p:spPr>
          <a:xfrm>
            <a:off x="1663601" y="1363442"/>
            <a:ext cx="7553554" cy="2231053"/>
          </a:xfrm>
        </p:spPr>
        <p:txBody>
          <a:bodyPr/>
          <a:lstStyle>
            <a:lvl1pPr marL="0" indent="0" algn="l" defTabSz="1097280" rtl="0" eaLnBrk="1" latinLnBrk="0" hangingPunct="1">
              <a:lnSpc>
                <a:spcPts val="4704"/>
              </a:lnSpc>
              <a:buNone/>
              <a:defRPr lang="en-US" sz="4320" b="0" i="0" kern="1200" dirty="0" smtClean="0">
                <a:solidFill>
                  <a:schemeClr val="tx1"/>
                </a:solidFill>
                <a:latin typeface="Arial" panose="020B0604020202020204" pitchFamily="34" charset="0"/>
                <a:ea typeface="+mn-ea"/>
                <a:cs typeface="Arial" panose="020B0604020202020204" pitchFamily="34"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header goes </a:t>
            </a:r>
            <a:br>
              <a:rPr lang="en-US"/>
            </a:br>
            <a:r>
              <a:rPr lang="en-US"/>
              <a:t>here and here</a:t>
            </a:r>
          </a:p>
        </p:txBody>
      </p:sp>
      <p:sp>
        <p:nvSpPr>
          <p:cNvPr id="21" name="Text Placeholder 18">
            <a:extLst>
              <a:ext uri="{FF2B5EF4-FFF2-40B4-BE49-F238E27FC236}">
                <a16:creationId xmlns:a16="http://schemas.microsoft.com/office/drawing/2014/main" id="{986B1A5C-9A3A-9D1A-E83F-FD239DF7C4E8}"/>
              </a:ext>
            </a:extLst>
          </p:cNvPr>
          <p:cNvSpPr>
            <a:spLocks noGrp="1"/>
          </p:cNvSpPr>
          <p:nvPr>
            <p:ph type="body" sz="quarter" idx="12" hasCustomPrompt="1"/>
          </p:nvPr>
        </p:nvSpPr>
        <p:spPr>
          <a:xfrm>
            <a:off x="1663601" y="3594495"/>
            <a:ext cx="7553554" cy="1040611"/>
          </a:xfrm>
        </p:spPr>
        <p:txBody>
          <a:bodyPr/>
          <a:lstStyle>
            <a:lvl1pPr marL="0" indent="0" algn="l" defTabSz="1097280" rtl="0" eaLnBrk="1" latinLnBrk="0" hangingPunct="1">
              <a:buNone/>
              <a:defRPr lang="en-US" sz="1680" b="0" i="0" kern="100" dirty="0" smtClean="0">
                <a:solidFill>
                  <a:schemeClr val="tx1"/>
                </a:solidFill>
                <a:effectLst/>
                <a:latin typeface="Arial" panose="020B0604020202020204" pitchFamily="34" charset="0"/>
                <a:ea typeface="Calibri" panose="020F0502020204030204" pitchFamily="34" charset="0"/>
                <a:cs typeface="Times New Roman" panose="02020603050405020304" pitchFamily="18"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text goes here and here</a:t>
            </a:r>
          </a:p>
        </p:txBody>
      </p:sp>
      <p:pic>
        <p:nvPicPr>
          <p:cNvPr id="2" name="Picture 1" descr="A black and white logo&#10;&#10;AI-generated content may be incorrect.">
            <a:extLst>
              <a:ext uri="{FF2B5EF4-FFF2-40B4-BE49-F238E27FC236}">
                <a16:creationId xmlns:a16="http://schemas.microsoft.com/office/drawing/2014/main" id="{C868AF38-6633-192F-F0D5-5E0D64C6A45B}"/>
              </a:ext>
            </a:extLst>
          </p:cNvPr>
          <p:cNvPicPr>
            <a:picLocks noChangeAspect="1"/>
          </p:cNvPicPr>
          <p:nvPr userDrawn="1"/>
        </p:nvPicPr>
        <p:blipFill>
          <a:blip r:embed="rId5"/>
          <a:stretch>
            <a:fillRect/>
          </a:stretch>
        </p:blipFill>
        <p:spPr>
          <a:xfrm>
            <a:off x="12967009" y="7399086"/>
            <a:ext cx="1218769" cy="416413"/>
          </a:xfrm>
          <a:prstGeom prst="rect">
            <a:avLst/>
          </a:prstGeom>
        </p:spPr>
      </p:pic>
    </p:spTree>
    <p:extLst>
      <p:ext uri="{BB962C8B-B14F-4D97-AF65-F5344CB8AC3E}">
        <p14:creationId xmlns:p14="http://schemas.microsoft.com/office/powerpoint/2010/main" val="26552298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420108-09DB-9968-5870-48C6A8A52C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19572" y="7590252"/>
            <a:ext cx="1066206" cy="274933"/>
          </a:xfrm>
          <a:prstGeom prst="rect">
            <a:avLst/>
          </a:prstGeom>
        </p:spPr>
      </p:pic>
      <p:pic>
        <p:nvPicPr>
          <p:cNvPr id="7" name="Picture 6">
            <a:extLst>
              <a:ext uri="{FF2B5EF4-FFF2-40B4-BE49-F238E27FC236}">
                <a16:creationId xmlns:a16="http://schemas.microsoft.com/office/drawing/2014/main" id="{60C56800-C4F0-D7A9-B2A4-98BE69DE2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8541" y="194196"/>
            <a:ext cx="289351" cy="289351"/>
          </a:xfrm>
          <a:prstGeom prst="rect">
            <a:avLst/>
          </a:prstGeom>
        </p:spPr>
      </p:pic>
      <p:sp>
        <p:nvSpPr>
          <p:cNvPr id="8" name="Text Placeholder 5">
            <a:extLst>
              <a:ext uri="{FF2B5EF4-FFF2-40B4-BE49-F238E27FC236}">
                <a16:creationId xmlns:a16="http://schemas.microsoft.com/office/drawing/2014/main" id="{F6488B52-AFF3-F431-04AA-E14D5135FF4B}"/>
              </a:ext>
            </a:extLst>
          </p:cNvPr>
          <p:cNvSpPr txBox="1">
            <a:spLocks/>
          </p:cNvSpPr>
          <p:nvPr userDrawn="1"/>
        </p:nvSpPr>
        <p:spPr>
          <a:xfrm>
            <a:off x="157993" y="7817576"/>
            <a:ext cx="379898" cy="316230"/>
          </a:xfrm>
          <a:prstGeom prst="rect">
            <a:avLst/>
          </a:prstGeom>
        </p:spPr>
        <p:txBody>
          <a:bodyPr/>
          <a:lstStyle>
            <a:lvl1pPr marL="228600" indent="-228600" algn="l" defTabSz="914400" rtl="0" eaLnBrk="1" latinLnBrk="0" hangingPunct="1">
              <a:lnSpc>
                <a:spcPct val="114000"/>
              </a:lnSpc>
              <a:spcBef>
                <a:spcPts val="900"/>
              </a:spcBef>
              <a:buFont typeface="Arial" panose="020B0604020202020204" pitchFamily="34" charset="0"/>
              <a:buChar char="•"/>
              <a:defRPr sz="2000" kern="1200">
                <a:solidFill>
                  <a:schemeClr val="tx1"/>
                </a:solidFill>
                <a:latin typeface="+mn-lt"/>
                <a:ea typeface="+mn-ea"/>
                <a:cs typeface="+mn-cs"/>
              </a:defRPr>
            </a:lvl1pPr>
            <a:lvl2pPr marL="522288" indent="-222250" algn="l" defTabSz="914400" rtl="0" eaLnBrk="1" latinLnBrk="0" hangingPunct="1">
              <a:lnSpc>
                <a:spcPct val="114000"/>
              </a:lnSpc>
              <a:spcBef>
                <a:spcPts val="900"/>
              </a:spcBef>
              <a:buFont typeface="System Font Regular"/>
              <a:buChar char="–"/>
              <a:tabLst/>
              <a:defRPr sz="1800" kern="1200">
                <a:solidFill>
                  <a:schemeClr val="tx1"/>
                </a:solidFill>
                <a:latin typeface="+mn-lt"/>
                <a:ea typeface="+mn-ea"/>
                <a:cs typeface="+mn-cs"/>
              </a:defRPr>
            </a:lvl2pPr>
            <a:lvl3pPr marL="746125" indent="-223838"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3pPr>
            <a:lvl4pPr marL="103505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4pPr>
            <a:lvl5pPr marL="1257300" indent="-222250" algn="l" defTabSz="914400" rtl="0" eaLnBrk="1" latinLnBrk="0" hangingPunct="1">
              <a:lnSpc>
                <a:spcPct val="114000"/>
              </a:lnSpc>
              <a:spcBef>
                <a:spcPts val="900"/>
              </a:spcBef>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687A6FEB-3C34-A14B-AC3D-0297DAAF9BF6}" type="slidenum">
              <a:rPr lang="en-US" sz="960" b="1" i="0" smtClean="0">
                <a:solidFill>
                  <a:schemeClr val="tx1"/>
                </a:solidFill>
                <a:latin typeface="Arial" panose="020B0604020202020204" pitchFamily="34" charset="0"/>
              </a:rPr>
              <a:pPr marL="0" indent="0">
                <a:buNone/>
              </a:pPr>
              <a:t>‹#›</a:t>
            </a:fld>
            <a:endParaRPr lang="en-US" sz="960" b="1" i="0">
              <a:solidFill>
                <a:schemeClr val="tx1"/>
              </a:solidFill>
              <a:latin typeface="Arial" panose="020B0604020202020204" pitchFamily="34" charset="0"/>
            </a:endParaRPr>
          </a:p>
        </p:txBody>
      </p:sp>
      <p:grpSp>
        <p:nvGrpSpPr>
          <p:cNvPr id="9" name="Group 8">
            <a:extLst>
              <a:ext uri="{FF2B5EF4-FFF2-40B4-BE49-F238E27FC236}">
                <a16:creationId xmlns:a16="http://schemas.microsoft.com/office/drawing/2014/main" id="{B829BE33-C88B-95D4-A5D0-06C659676D93}"/>
              </a:ext>
            </a:extLst>
          </p:cNvPr>
          <p:cNvGrpSpPr/>
          <p:nvPr userDrawn="1"/>
        </p:nvGrpSpPr>
        <p:grpSpPr>
          <a:xfrm>
            <a:off x="734482" y="2"/>
            <a:ext cx="54863" cy="8229599"/>
            <a:chOff x="575491" y="0"/>
            <a:chExt cx="132917" cy="6857999"/>
          </a:xfrm>
        </p:grpSpPr>
        <p:sp>
          <p:nvSpPr>
            <p:cNvPr id="10" name="Rectangle 9">
              <a:extLst>
                <a:ext uri="{FF2B5EF4-FFF2-40B4-BE49-F238E27FC236}">
                  <a16:creationId xmlns:a16="http://schemas.microsoft.com/office/drawing/2014/main" id="{54FB9292-2D6E-9616-E4A9-9E17EFE76281}"/>
                </a:ext>
              </a:extLst>
            </p:cNvPr>
            <p:cNvSpPr/>
            <p:nvPr/>
          </p:nvSpPr>
          <p:spPr>
            <a:xfrm>
              <a:off x="575491" y="5663986"/>
              <a:ext cx="132917" cy="11940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nvGrpSpPr>
            <p:cNvPr id="11" name="Group 10">
              <a:extLst>
                <a:ext uri="{FF2B5EF4-FFF2-40B4-BE49-F238E27FC236}">
                  <a16:creationId xmlns:a16="http://schemas.microsoft.com/office/drawing/2014/main" id="{21103A04-6DA9-C0BA-AA87-AF9C8B52CBD2}"/>
                </a:ext>
              </a:extLst>
            </p:cNvPr>
            <p:cNvGrpSpPr/>
            <p:nvPr/>
          </p:nvGrpSpPr>
          <p:grpSpPr>
            <a:xfrm>
              <a:off x="575491" y="0"/>
              <a:ext cx="132917" cy="5663985"/>
              <a:chOff x="575491" y="887930"/>
              <a:chExt cx="132917" cy="4776055"/>
            </a:xfrm>
          </p:grpSpPr>
          <p:sp>
            <p:nvSpPr>
              <p:cNvPr id="12" name="Rectangle 11">
                <a:extLst>
                  <a:ext uri="{FF2B5EF4-FFF2-40B4-BE49-F238E27FC236}">
                    <a16:creationId xmlns:a16="http://schemas.microsoft.com/office/drawing/2014/main" id="{5A91BF45-0A66-FEF8-5754-EA2EB8E1C1D4}"/>
                  </a:ext>
                </a:extLst>
              </p:cNvPr>
              <p:cNvSpPr/>
              <p:nvPr/>
            </p:nvSpPr>
            <p:spPr>
              <a:xfrm>
                <a:off x="575491" y="4469972"/>
                <a:ext cx="132917" cy="11940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3" name="Rectangle 12">
                <a:extLst>
                  <a:ext uri="{FF2B5EF4-FFF2-40B4-BE49-F238E27FC236}">
                    <a16:creationId xmlns:a16="http://schemas.microsoft.com/office/drawing/2014/main" id="{51CEC6D0-735C-8429-BF18-7D7A815AFDF4}"/>
                  </a:ext>
                </a:extLst>
              </p:cNvPr>
              <p:cNvSpPr/>
              <p:nvPr/>
            </p:nvSpPr>
            <p:spPr>
              <a:xfrm>
                <a:off x="575491" y="3275958"/>
                <a:ext cx="132917" cy="1194013"/>
              </a:xfrm>
              <a:prstGeom prst="rect">
                <a:avLst/>
              </a:prstGeom>
              <a:solidFill>
                <a:srgbClr val="7239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4" name="Rectangle 13">
                <a:extLst>
                  <a:ext uri="{FF2B5EF4-FFF2-40B4-BE49-F238E27FC236}">
                    <a16:creationId xmlns:a16="http://schemas.microsoft.com/office/drawing/2014/main" id="{4FF65135-0ECB-7F20-5290-65D6B29810EB}"/>
                  </a:ext>
                </a:extLst>
              </p:cNvPr>
              <p:cNvSpPr/>
              <p:nvPr/>
            </p:nvSpPr>
            <p:spPr>
              <a:xfrm>
                <a:off x="575491" y="2081944"/>
                <a:ext cx="132917" cy="11940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sp>
            <p:nvSpPr>
              <p:cNvPr id="15" name="Rectangle 14">
                <a:extLst>
                  <a:ext uri="{FF2B5EF4-FFF2-40B4-BE49-F238E27FC236}">
                    <a16:creationId xmlns:a16="http://schemas.microsoft.com/office/drawing/2014/main" id="{AA16A254-DBE1-DB7E-8DF7-89B33B4AEA1C}"/>
                  </a:ext>
                </a:extLst>
              </p:cNvPr>
              <p:cNvSpPr/>
              <p:nvPr/>
            </p:nvSpPr>
            <p:spPr>
              <a:xfrm>
                <a:off x="575491" y="887930"/>
                <a:ext cx="132917" cy="11940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b="1" i="0">
                  <a:latin typeface="Arial" panose="020B0604020202020204" pitchFamily="34" charset="0"/>
                </a:endParaRPr>
              </a:p>
            </p:txBody>
          </p:sp>
        </p:grpSp>
      </p:grpSp>
      <p:pic>
        <p:nvPicPr>
          <p:cNvPr id="3" name="Graphic 2">
            <a:extLst>
              <a:ext uri="{FF2B5EF4-FFF2-40B4-BE49-F238E27FC236}">
                <a16:creationId xmlns:a16="http://schemas.microsoft.com/office/drawing/2014/main" id="{4A086393-F0ED-8D36-26E8-3C42A58AD9F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5107" y="194196"/>
            <a:ext cx="289351" cy="289351"/>
          </a:xfrm>
          <a:prstGeom prst="rect">
            <a:avLst/>
          </a:prstGeom>
        </p:spPr>
      </p:pic>
      <p:sp>
        <p:nvSpPr>
          <p:cNvPr id="19" name="Text Placeholder 18">
            <a:extLst>
              <a:ext uri="{FF2B5EF4-FFF2-40B4-BE49-F238E27FC236}">
                <a16:creationId xmlns:a16="http://schemas.microsoft.com/office/drawing/2014/main" id="{AE82B890-83C8-7A99-D959-FE6484317214}"/>
              </a:ext>
            </a:extLst>
          </p:cNvPr>
          <p:cNvSpPr>
            <a:spLocks noGrp="1"/>
          </p:cNvSpPr>
          <p:nvPr>
            <p:ph type="body" sz="quarter" idx="10" hasCustomPrompt="1"/>
          </p:nvPr>
        </p:nvSpPr>
        <p:spPr>
          <a:xfrm>
            <a:off x="1663601" y="483548"/>
            <a:ext cx="7553554" cy="369100"/>
          </a:xfrm>
        </p:spPr>
        <p:txBody>
          <a:bodyPr/>
          <a:lstStyle>
            <a:lvl1pPr marL="0" indent="0">
              <a:buNone/>
              <a:defRPr lang="en-US" sz="1680" b="1" i="0" kern="1200" dirty="0" smtClean="0">
                <a:solidFill>
                  <a:schemeClr val="tx1"/>
                </a:solidFill>
                <a:latin typeface="Arial" panose="020B0604020202020204" pitchFamily="34" charset="0"/>
                <a:ea typeface="+mn-ea"/>
                <a:cs typeface="+mn-cs"/>
              </a:defRPr>
            </a:lvl1pPr>
            <a:lvl2pPr marL="360046" indent="0">
              <a:buNone/>
              <a:defRPr/>
            </a:lvl2pPr>
            <a:lvl3pPr marL="626744" indent="0">
              <a:buNone/>
              <a:defRPr/>
            </a:lvl3pPr>
            <a:lvl4pPr marL="975360" indent="0">
              <a:buNone/>
              <a:defRPr/>
            </a:lvl4pPr>
            <a:lvl5pPr marL="1242060" indent="0">
              <a:buNone/>
              <a:defRPr/>
            </a:lvl5pPr>
          </a:lstStyle>
          <a:p>
            <a:pPr lvl="0"/>
            <a:r>
              <a:rPr lang="en-US"/>
              <a:t>Eyebrow here</a:t>
            </a:r>
          </a:p>
        </p:txBody>
      </p:sp>
      <p:sp>
        <p:nvSpPr>
          <p:cNvPr id="20" name="Text Placeholder 18">
            <a:extLst>
              <a:ext uri="{FF2B5EF4-FFF2-40B4-BE49-F238E27FC236}">
                <a16:creationId xmlns:a16="http://schemas.microsoft.com/office/drawing/2014/main" id="{ABC3E398-5893-1ADD-1AFD-C47C1E8442E8}"/>
              </a:ext>
            </a:extLst>
          </p:cNvPr>
          <p:cNvSpPr>
            <a:spLocks noGrp="1"/>
          </p:cNvSpPr>
          <p:nvPr>
            <p:ph type="body" sz="quarter" idx="11" hasCustomPrompt="1"/>
          </p:nvPr>
        </p:nvSpPr>
        <p:spPr>
          <a:xfrm>
            <a:off x="1663601" y="843136"/>
            <a:ext cx="7553554" cy="1514644"/>
          </a:xfrm>
        </p:spPr>
        <p:txBody>
          <a:bodyPr/>
          <a:lstStyle>
            <a:lvl1pPr marL="0" indent="0" algn="l" defTabSz="1097280" rtl="0" eaLnBrk="1" latinLnBrk="0" hangingPunct="1">
              <a:lnSpc>
                <a:spcPts val="4944"/>
              </a:lnSpc>
              <a:buNone/>
              <a:defRPr lang="en-US" sz="4320" b="0" i="0" kern="1200" dirty="0" smtClean="0">
                <a:solidFill>
                  <a:schemeClr val="tx1"/>
                </a:solidFill>
                <a:latin typeface="Arial" panose="020B0604020202020204" pitchFamily="34" charset="0"/>
                <a:ea typeface="+mn-ea"/>
                <a:cs typeface="Arial" panose="020B0604020202020204" pitchFamily="34"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header goes </a:t>
            </a:r>
            <a:br>
              <a:rPr lang="en-US"/>
            </a:br>
            <a:r>
              <a:rPr lang="en-US"/>
              <a:t>here and here</a:t>
            </a:r>
          </a:p>
        </p:txBody>
      </p:sp>
      <p:sp>
        <p:nvSpPr>
          <p:cNvPr id="21" name="Text Placeholder 18">
            <a:extLst>
              <a:ext uri="{FF2B5EF4-FFF2-40B4-BE49-F238E27FC236}">
                <a16:creationId xmlns:a16="http://schemas.microsoft.com/office/drawing/2014/main" id="{F4B9DB07-9F01-1942-A7D3-C87ED8B47CA0}"/>
              </a:ext>
            </a:extLst>
          </p:cNvPr>
          <p:cNvSpPr>
            <a:spLocks noGrp="1"/>
          </p:cNvSpPr>
          <p:nvPr>
            <p:ph type="body" sz="quarter" idx="12" hasCustomPrompt="1"/>
          </p:nvPr>
        </p:nvSpPr>
        <p:spPr>
          <a:xfrm>
            <a:off x="1663601" y="2357781"/>
            <a:ext cx="7553554" cy="1040611"/>
          </a:xfrm>
        </p:spPr>
        <p:txBody>
          <a:bodyPr/>
          <a:lstStyle>
            <a:lvl1pPr marL="0" indent="0" algn="l" defTabSz="1097280" rtl="0" eaLnBrk="1" latinLnBrk="0" hangingPunct="1">
              <a:buNone/>
              <a:defRPr lang="en-US" sz="1680" b="0" i="0" kern="100" dirty="0" smtClean="0">
                <a:solidFill>
                  <a:schemeClr val="tx1"/>
                </a:solidFill>
                <a:effectLst/>
                <a:latin typeface="Arial" panose="020B0604020202020204" pitchFamily="34" charset="0"/>
                <a:ea typeface="Calibri" panose="020F0502020204030204" pitchFamily="34" charset="0"/>
                <a:cs typeface="Times New Roman" panose="02020603050405020304" pitchFamily="18" charset="0"/>
              </a:defRPr>
            </a:lvl1pPr>
            <a:lvl2pPr marL="360046" indent="0">
              <a:buNone/>
              <a:defRPr/>
            </a:lvl2pPr>
            <a:lvl3pPr marL="626744" indent="0">
              <a:buNone/>
              <a:defRPr/>
            </a:lvl3pPr>
            <a:lvl4pPr marL="975360" indent="0">
              <a:buNone/>
              <a:defRPr/>
            </a:lvl4pPr>
            <a:lvl5pPr marL="1242060" indent="0">
              <a:buNone/>
              <a:defRPr/>
            </a:lvl5pPr>
          </a:lstStyle>
          <a:p>
            <a:pPr lvl="0"/>
            <a:r>
              <a:rPr lang="en-US"/>
              <a:t>Slide text goes here and here</a:t>
            </a:r>
          </a:p>
        </p:txBody>
      </p:sp>
      <p:pic>
        <p:nvPicPr>
          <p:cNvPr id="2" name="Picture 1" descr="A black and white logo&#10;&#10;AI-generated content may be incorrect.">
            <a:extLst>
              <a:ext uri="{FF2B5EF4-FFF2-40B4-BE49-F238E27FC236}">
                <a16:creationId xmlns:a16="http://schemas.microsoft.com/office/drawing/2014/main" id="{1D256457-17ED-EFDE-C5B3-19795EA416AF}"/>
              </a:ext>
            </a:extLst>
          </p:cNvPr>
          <p:cNvPicPr>
            <a:picLocks noChangeAspect="1"/>
          </p:cNvPicPr>
          <p:nvPr userDrawn="1"/>
        </p:nvPicPr>
        <p:blipFill>
          <a:blip r:embed="rId5"/>
          <a:stretch>
            <a:fillRect/>
          </a:stretch>
        </p:blipFill>
        <p:spPr>
          <a:xfrm>
            <a:off x="12967009" y="7399086"/>
            <a:ext cx="1218769" cy="416413"/>
          </a:xfrm>
          <a:prstGeom prst="rect">
            <a:avLst/>
          </a:prstGeom>
        </p:spPr>
      </p:pic>
    </p:spTree>
    <p:extLst>
      <p:ext uri="{BB962C8B-B14F-4D97-AF65-F5344CB8AC3E}">
        <p14:creationId xmlns:p14="http://schemas.microsoft.com/office/powerpoint/2010/main" val="10468426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Subhead and Content">
    <p:bg>
      <p:bgPr>
        <a:solidFill>
          <a:schemeClr val="accent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CCA509-BC7B-F149-EF2E-CC24EB524581}"/>
              </a:ext>
            </a:extLst>
          </p:cNvPr>
          <p:cNvSpPr/>
          <p:nvPr userDrawn="1"/>
        </p:nvSpPr>
        <p:spPr>
          <a:xfrm>
            <a:off x="0" y="0"/>
            <a:ext cx="14630400" cy="8229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 name="Picture Placeholder 14">
            <a:extLst>
              <a:ext uri="{FF2B5EF4-FFF2-40B4-BE49-F238E27FC236}">
                <a16:creationId xmlns:a16="http://schemas.microsoft.com/office/drawing/2014/main" id="{275DD666-58AB-7A00-2E4C-E2DE43F28039}"/>
              </a:ext>
            </a:extLst>
          </p:cNvPr>
          <p:cNvSpPr>
            <a:spLocks noGrp="1"/>
          </p:cNvSpPr>
          <p:nvPr>
            <p:ph type="pic" sz="quarter" idx="13"/>
          </p:nvPr>
        </p:nvSpPr>
        <p:spPr>
          <a:xfrm>
            <a:off x="7315200" y="4386306"/>
            <a:ext cx="3444271" cy="410495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3" name="Picture Placeholder 14">
            <a:extLst>
              <a:ext uri="{FF2B5EF4-FFF2-40B4-BE49-F238E27FC236}">
                <a16:creationId xmlns:a16="http://schemas.microsoft.com/office/drawing/2014/main" id="{1EE20372-5A4A-7074-194F-3C8A7B1A8489}"/>
              </a:ext>
            </a:extLst>
          </p:cNvPr>
          <p:cNvSpPr>
            <a:spLocks noGrp="1"/>
          </p:cNvSpPr>
          <p:nvPr>
            <p:ph type="pic" sz="quarter" idx="14"/>
          </p:nvPr>
        </p:nvSpPr>
        <p:spPr>
          <a:xfrm>
            <a:off x="7315200" y="-455794"/>
            <a:ext cx="3444271" cy="470986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6" name="Picture Placeholder 14">
            <a:extLst>
              <a:ext uri="{FF2B5EF4-FFF2-40B4-BE49-F238E27FC236}">
                <a16:creationId xmlns:a16="http://schemas.microsoft.com/office/drawing/2014/main" id="{D7B475C8-2B0B-49BC-C9DB-9CB80FDB7C5E}"/>
              </a:ext>
            </a:extLst>
          </p:cNvPr>
          <p:cNvSpPr>
            <a:spLocks noGrp="1"/>
          </p:cNvSpPr>
          <p:nvPr>
            <p:ph type="pic" sz="quarter" idx="15"/>
          </p:nvPr>
        </p:nvSpPr>
        <p:spPr>
          <a:xfrm>
            <a:off x="10884683" y="-455794"/>
            <a:ext cx="3444271" cy="5435755"/>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7" name="Picture Placeholder 14">
            <a:extLst>
              <a:ext uri="{FF2B5EF4-FFF2-40B4-BE49-F238E27FC236}">
                <a16:creationId xmlns:a16="http://schemas.microsoft.com/office/drawing/2014/main" id="{1979BB13-59EF-5C41-B9C8-3F58035D5803}"/>
              </a:ext>
            </a:extLst>
          </p:cNvPr>
          <p:cNvSpPr>
            <a:spLocks noGrp="1"/>
          </p:cNvSpPr>
          <p:nvPr>
            <p:ph type="pic" sz="quarter" idx="16"/>
          </p:nvPr>
        </p:nvSpPr>
        <p:spPr>
          <a:xfrm>
            <a:off x="10909765" y="5112200"/>
            <a:ext cx="3444271" cy="3379060"/>
          </a:xfrm>
          <a:prstGeom prst="roundRect">
            <a:avLst>
              <a:gd name="adj" fmla="val 5557"/>
            </a:avLst>
          </a:prstGeom>
        </p:spPr>
        <p:txBody>
          <a:bodyPr/>
          <a:lstStyle>
            <a:lvl1pPr>
              <a:defRPr b="1" i="0">
                <a:latin typeface="Arial" panose="020B0604020202020204" pitchFamily="34" charset="0"/>
              </a:defRPr>
            </a:lvl1pPr>
          </a:lstStyle>
          <a:p>
            <a:endParaRPr lang="en-US"/>
          </a:p>
        </p:txBody>
      </p:sp>
      <p:pic>
        <p:nvPicPr>
          <p:cNvPr id="11" name="Graphic 10">
            <a:extLst>
              <a:ext uri="{FF2B5EF4-FFF2-40B4-BE49-F238E27FC236}">
                <a16:creationId xmlns:a16="http://schemas.microsoft.com/office/drawing/2014/main" id="{F749D2A0-870C-ED39-847A-6B4434E832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5" y="488823"/>
            <a:ext cx="2411377" cy="822214"/>
          </a:xfrm>
          <a:prstGeom prst="rect">
            <a:avLst/>
          </a:prstGeom>
        </p:spPr>
      </p:pic>
      <p:sp>
        <p:nvSpPr>
          <p:cNvPr id="15" name="Title 1">
            <a:extLst>
              <a:ext uri="{FF2B5EF4-FFF2-40B4-BE49-F238E27FC236}">
                <a16:creationId xmlns:a16="http://schemas.microsoft.com/office/drawing/2014/main" id="{C71C96EC-7E10-10F3-FE4B-40F9E60ADFBA}"/>
              </a:ext>
            </a:extLst>
          </p:cNvPr>
          <p:cNvSpPr>
            <a:spLocks noGrp="1"/>
          </p:cNvSpPr>
          <p:nvPr>
            <p:ph type="title" hasCustomPrompt="1"/>
          </p:nvPr>
        </p:nvSpPr>
        <p:spPr>
          <a:xfrm>
            <a:off x="648000" y="3632857"/>
            <a:ext cx="6270960" cy="3514703"/>
          </a:xfrm>
        </p:spPr>
        <p:txBody>
          <a:bodyPr/>
          <a:lstStyle>
            <a:lvl1pPr>
              <a:defRPr sz="5760" b="0" i="0">
                <a:solidFill>
                  <a:schemeClr val="bg1"/>
                </a:solidFill>
                <a:latin typeface="Graphik-Light" panose="020B0403030202060203" pitchFamily="34" charset="0"/>
              </a:defRPr>
            </a:lvl1pPr>
          </a:lstStyle>
          <a:p>
            <a:r>
              <a:rPr lang="en-US"/>
              <a:t>Slide title</a:t>
            </a:r>
            <a:endParaRPr lang="en-AU"/>
          </a:p>
        </p:txBody>
      </p:sp>
    </p:spTree>
    <p:extLst>
      <p:ext uri="{BB962C8B-B14F-4D97-AF65-F5344CB8AC3E}">
        <p14:creationId xmlns:p14="http://schemas.microsoft.com/office/powerpoint/2010/main" val="35938937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_Pattern">
    <p:bg>
      <p:bgPr>
        <a:solidFill>
          <a:schemeClr val="accent1"/>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11203632" y="1533601"/>
            <a:ext cx="2771568" cy="291346"/>
          </a:xfrm>
          <a:solidFill>
            <a:schemeClr val="accent1"/>
          </a:solidFill>
        </p:spPr>
        <p:txBody>
          <a:bodyPr>
            <a:noAutofit/>
          </a:bodyPr>
          <a:lstStyle>
            <a:lvl1pPr algn="r">
              <a:defRPr sz="1680" b="0">
                <a:solidFill>
                  <a:schemeClr val="bg1"/>
                </a:solidFill>
              </a:defRPr>
            </a:lvl1pPr>
            <a:lvl2pPr algn="r">
              <a:defRPr sz="1440" b="0">
                <a:solidFill>
                  <a:schemeClr val="bg1"/>
                </a:solidFill>
              </a:defRPr>
            </a:lvl2pPr>
            <a:lvl3pPr algn="r">
              <a:defRPr sz="1440" b="0">
                <a:solidFill>
                  <a:schemeClr val="bg1"/>
                </a:solidFill>
              </a:defRPr>
            </a:lvl3pPr>
            <a:lvl4pPr algn="r">
              <a:defRPr sz="1440" b="0">
                <a:solidFill>
                  <a:schemeClr val="bg1"/>
                </a:solidFill>
              </a:defRPr>
            </a:lvl4pPr>
            <a:lvl5pPr algn="r">
              <a:defRPr sz="1440" b="0">
                <a:solidFill>
                  <a:schemeClr val="bg1"/>
                </a:solidFill>
              </a:defRPr>
            </a:lvl5pPr>
          </a:lstStyle>
          <a:p>
            <a:pPr lvl="0"/>
            <a:r>
              <a:rPr lang="en-US"/>
              <a:t>Optional tagline here</a:t>
            </a:r>
          </a:p>
        </p:txBody>
      </p:sp>
      <p:sp>
        <p:nvSpPr>
          <p:cNvPr id="17" name="Footer Placeholder 1">
            <a:extLst>
              <a:ext uri="{FF2B5EF4-FFF2-40B4-BE49-F238E27FC236}">
                <a16:creationId xmlns:a16="http://schemas.microsoft.com/office/drawing/2014/main" id="{CC8D6F1A-ADE0-45B7-B8E5-51E29176D1A5}"/>
              </a:ext>
            </a:extLst>
          </p:cNvPr>
          <p:cNvSpPr>
            <a:spLocks noGrp="1"/>
          </p:cNvSpPr>
          <p:nvPr>
            <p:ph type="ftr" sz="quarter" idx="18"/>
          </p:nvPr>
        </p:nvSpPr>
        <p:spPr>
          <a:xfrm>
            <a:off x="648000" y="7776000"/>
            <a:ext cx="1080000" cy="108000"/>
          </a:xfrm>
        </p:spPr>
        <p:txBody>
          <a:bodyPr/>
          <a:lstStyle>
            <a:lvl1pPr>
              <a:defRPr sz="960">
                <a:solidFill>
                  <a:schemeClr val="bg1"/>
                </a:solidFill>
              </a:defRPr>
            </a:lvl1pPr>
          </a:lstStyle>
          <a:p>
            <a:endParaRPr lang="en-AU"/>
          </a:p>
        </p:txBody>
      </p:sp>
      <p:sp>
        <p:nvSpPr>
          <p:cNvPr id="25" name="Text Placeholder 12">
            <a:extLst>
              <a:ext uri="{FF2B5EF4-FFF2-40B4-BE49-F238E27FC236}">
                <a16:creationId xmlns:a16="http://schemas.microsoft.com/office/drawing/2014/main" id="{2B294EE2-4FAB-4FEA-8456-2B072EA0AF71}"/>
              </a:ext>
            </a:extLst>
          </p:cNvPr>
          <p:cNvSpPr>
            <a:spLocks noGrp="1"/>
          </p:cNvSpPr>
          <p:nvPr>
            <p:ph type="body" sz="quarter" idx="13" hasCustomPrompt="1"/>
          </p:nvPr>
        </p:nvSpPr>
        <p:spPr>
          <a:xfrm>
            <a:off x="648000" y="6491065"/>
            <a:ext cx="11419728" cy="216024"/>
          </a:xfrm>
        </p:spPr>
        <p:txBody>
          <a:bodyPr>
            <a:normAutofit/>
          </a:bodyPr>
          <a:lstStyle>
            <a:lvl1pPr marL="0" indent="0">
              <a:buNone/>
              <a:defRPr sz="1200" b="0" i="0">
                <a:solidFill>
                  <a:schemeClr val="bg1"/>
                </a:solidFill>
                <a:latin typeface="Graphik-Light" panose="020B0403030202060203" pitchFamily="34" charset="0"/>
              </a:defRPr>
            </a:lvl1pPr>
          </a:lstStyle>
          <a:p>
            <a:pPr lvl="0"/>
            <a:r>
              <a:rPr lang="en-US"/>
              <a:t>DD Month YYYY</a:t>
            </a:r>
            <a:endParaRPr lang="en-AU"/>
          </a:p>
        </p:txBody>
      </p:sp>
      <p:sp>
        <p:nvSpPr>
          <p:cNvPr id="26" name="Text Placeholder 14">
            <a:extLst>
              <a:ext uri="{FF2B5EF4-FFF2-40B4-BE49-F238E27FC236}">
                <a16:creationId xmlns:a16="http://schemas.microsoft.com/office/drawing/2014/main" id="{1C34D118-BE2C-48B8-A3B8-6D1F6B28324E}"/>
              </a:ext>
            </a:extLst>
          </p:cNvPr>
          <p:cNvSpPr>
            <a:spLocks noGrp="1"/>
          </p:cNvSpPr>
          <p:nvPr>
            <p:ph type="body" sz="quarter" idx="14" hasCustomPrompt="1"/>
          </p:nvPr>
        </p:nvSpPr>
        <p:spPr>
          <a:xfrm>
            <a:off x="648000" y="2775451"/>
            <a:ext cx="11419728" cy="2419469"/>
          </a:xfrm>
        </p:spPr>
        <p:txBody>
          <a:bodyPr anchor="b">
            <a:normAutofit/>
          </a:bodyPr>
          <a:lstStyle>
            <a:lvl1pPr marL="0" indent="0">
              <a:buNone/>
              <a:defRPr sz="4800" b="0" i="0">
                <a:solidFill>
                  <a:schemeClr val="bg1"/>
                </a:solidFill>
                <a:latin typeface="Graphik-Light" panose="020B0403030202060203" pitchFamily="34" charset="0"/>
              </a:defRPr>
            </a:lvl1pPr>
            <a:lvl2pPr>
              <a:defRPr sz="1920">
                <a:solidFill>
                  <a:schemeClr val="bg1"/>
                </a:solidFill>
              </a:defRPr>
            </a:lvl2pPr>
            <a:lvl3pPr marL="0" indent="0">
              <a:buNone/>
              <a:defRPr sz="1440">
                <a:solidFill>
                  <a:schemeClr val="bg1"/>
                </a:solidFill>
              </a:defRPr>
            </a:lvl3pPr>
            <a:lvl4pPr marL="226794" indent="0">
              <a:buNone/>
              <a:defRPr>
                <a:solidFill>
                  <a:schemeClr val="bg1"/>
                </a:solidFill>
              </a:defRPr>
            </a:lvl4pPr>
          </a:lstStyle>
          <a:p>
            <a:pPr lvl="0"/>
            <a:r>
              <a:rPr lang="en-US"/>
              <a:t>Presentation title</a:t>
            </a:r>
          </a:p>
        </p:txBody>
      </p:sp>
      <p:sp>
        <p:nvSpPr>
          <p:cNvPr id="27" name="Text Placeholder 20">
            <a:extLst>
              <a:ext uri="{FF2B5EF4-FFF2-40B4-BE49-F238E27FC236}">
                <a16:creationId xmlns:a16="http://schemas.microsoft.com/office/drawing/2014/main" id="{912077F3-E392-472F-8043-74C8BEF233EC}"/>
              </a:ext>
            </a:extLst>
          </p:cNvPr>
          <p:cNvSpPr>
            <a:spLocks noGrp="1"/>
          </p:cNvSpPr>
          <p:nvPr>
            <p:ph type="body" sz="quarter" idx="16" hasCustomPrompt="1"/>
          </p:nvPr>
        </p:nvSpPr>
        <p:spPr>
          <a:xfrm>
            <a:off x="647462" y="5713379"/>
            <a:ext cx="11419728" cy="224942"/>
          </a:xfrm>
        </p:spPr>
        <p:txBody>
          <a:bodyPr>
            <a:noAutofit/>
          </a:bodyPr>
          <a:lstStyle>
            <a:lvl1pPr marL="0" indent="0">
              <a:buNone/>
              <a:defRPr sz="1680" b="0" i="0">
                <a:solidFill>
                  <a:schemeClr val="bg1"/>
                </a:solidFill>
                <a:latin typeface="Graphik Regular" panose="020B0503030202060203" pitchFamily="34" charset="0"/>
              </a:defRPr>
            </a:lvl1pPr>
          </a:lstStyle>
          <a:p>
            <a:pPr lvl="0"/>
            <a:r>
              <a:rPr lang="en-US"/>
              <a:t>Position of presenter</a:t>
            </a:r>
            <a:endParaRPr lang="en-AU"/>
          </a:p>
        </p:txBody>
      </p:sp>
      <p:sp>
        <p:nvSpPr>
          <p:cNvPr id="28" name="Text Placeholder 23">
            <a:extLst>
              <a:ext uri="{FF2B5EF4-FFF2-40B4-BE49-F238E27FC236}">
                <a16:creationId xmlns:a16="http://schemas.microsoft.com/office/drawing/2014/main" id="{108ADE2D-1332-47C8-89DB-5FBA0340593D}"/>
              </a:ext>
            </a:extLst>
          </p:cNvPr>
          <p:cNvSpPr>
            <a:spLocks noGrp="1"/>
          </p:cNvSpPr>
          <p:nvPr>
            <p:ph type="body" sz="quarter" idx="17" hasCustomPrompt="1"/>
          </p:nvPr>
        </p:nvSpPr>
        <p:spPr>
          <a:xfrm>
            <a:off x="647462" y="5281331"/>
            <a:ext cx="11419728" cy="353260"/>
          </a:xfrm>
        </p:spPr>
        <p:txBody>
          <a:bodyPr>
            <a:noAutofit/>
          </a:bodyPr>
          <a:lstStyle>
            <a:lvl1pPr marL="0" indent="0">
              <a:buFontTx/>
              <a:buNone/>
              <a:defRPr sz="2640" b="0" i="0">
                <a:solidFill>
                  <a:schemeClr val="bg1"/>
                </a:solidFill>
                <a:latin typeface="Graphik-Light" panose="020B0403030202060203" pitchFamily="34" charset="0"/>
              </a:defRPr>
            </a:lvl1pPr>
          </a:lstStyle>
          <a:p>
            <a:pPr lvl="0"/>
            <a:r>
              <a:rPr lang="en-US"/>
              <a:t>Name of presenter</a:t>
            </a:r>
            <a:endParaRPr lang="en-AU"/>
          </a:p>
        </p:txBody>
      </p:sp>
    </p:spTree>
    <p:extLst>
      <p:ext uri="{BB962C8B-B14F-4D97-AF65-F5344CB8AC3E}">
        <p14:creationId xmlns:p14="http://schemas.microsoft.com/office/powerpoint/2010/main" val="21675967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5_Title, Subhead and Conten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EA02143-9AF8-0EEA-B7CC-5D219212490F}"/>
              </a:ext>
            </a:extLst>
          </p:cNvPr>
          <p:cNvSpPr>
            <a:spLocks noGrp="1"/>
          </p:cNvSpPr>
          <p:nvPr>
            <p:ph type="body" sz="quarter" idx="13" hasCustomPrompt="1"/>
          </p:nvPr>
        </p:nvSpPr>
        <p:spPr>
          <a:xfrm>
            <a:off x="647776" y="1089599"/>
            <a:ext cx="13320739" cy="264179"/>
          </a:xfrm>
        </p:spPr>
        <p:txBody>
          <a:bodyPr>
            <a:noAutofit/>
          </a:bodyPr>
          <a:lstStyle>
            <a:lvl1pPr marL="0" indent="0">
              <a:lnSpc>
                <a:spcPct val="85000"/>
              </a:lnSpc>
              <a:spcAft>
                <a:spcPts val="0"/>
              </a:spcAft>
              <a:buNone/>
              <a:defRPr sz="2080" b="0" i="0">
                <a:solidFill>
                  <a:schemeClr val="bg1"/>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8" name="Title 1">
            <a:extLst>
              <a:ext uri="{FF2B5EF4-FFF2-40B4-BE49-F238E27FC236}">
                <a16:creationId xmlns:a16="http://schemas.microsoft.com/office/drawing/2014/main" id="{08390BC4-AEDF-469E-CE62-7B10753F5441}"/>
              </a:ext>
            </a:extLst>
          </p:cNvPr>
          <p:cNvSpPr>
            <a:spLocks noGrp="1"/>
          </p:cNvSpPr>
          <p:nvPr>
            <p:ph type="title" hasCustomPrompt="1"/>
          </p:nvPr>
        </p:nvSpPr>
        <p:spPr>
          <a:xfrm>
            <a:off x="648000" y="548064"/>
            <a:ext cx="13320739" cy="420874"/>
          </a:xfrm>
        </p:spPr>
        <p:txBody>
          <a:bodyPr/>
          <a:lstStyle>
            <a:lvl1pPr algn="l">
              <a:defRPr sz="3200" b="0" i="0">
                <a:solidFill>
                  <a:schemeClr val="bg1"/>
                </a:solidFill>
                <a:latin typeface="Graphik-Light" panose="020B0403030202060203" pitchFamily="34" charset="0"/>
              </a:defRPr>
            </a:lvl1pPr>
          </a:lstStyle>
          <a:p>
            <a:r>
              <a:rPr lang="en-US"/>
              <a:t>Slide title</a:t>
            </a:r>
            <a:endParaRPr lang="en-AU"/>
          </a:p>
        </p:txBody>
      </p:sp>
      <p:pic>
        <p:nvPicPr>
          <p:cNvPr id="5" name="Graphic 4">
            <a:extLst>
              <a:ext uri="{FF2B5EF4-FFF2-40B4-BE49-F238E27FC236}">
                <a16:creationId xmlns:a16="http://schemas.microsoft.com/office/drawing/2014/main" id="{953640C4-2400-99E8-B297-EEC2B36930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38BCDF24-D08E-8A1F-9DA2-58D36565E683}"/>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bg1"/>
                </a:solidFill>
              </a:rPr>
              <a:t>Confidential. © e2open, LLC.     </a:t>
            </a:r>
            <a:fld id="{57DD527D-CAE6-8F47-946A-0688FD82CE1E}" type="slidenum">
              <a:rPr lang="en-US" sz="1080" smtClean="0">
                <a:solidFill>
                  <a:schemeClr val="bg1"/>
                </a:solidFill>
              </a:rPr>
              <a:t>‹#›</a:t>
            </a:fld>
            <a:endParaRPr lang="en-US" sz="1080">
              <a:solidFill>
                <a:schemeClr val="bg1"/>
              </a:solidFill>
            </a:endParaRPr>
          </a:p>
        </p:txBody>
      </p:sp>
    </p:spTree>
    <p:extLst>
      <p:ext uri="{BB962C8B-B14F-4D97-AF65-F5344CB8AC3E}">
        <p14:creationId xmlns:p14="http://schemas.microsoft.com/office/powerpoint/2010/main" val="36917247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_Title, Subhead and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DFDB0A06-54F3-471A-ACC9-23B119E3E92D}"/>
              </a:ext>
            </a:extLst>
          </p:cNvPr>
          <p:cNvSpPr>
            <a:spLocks noGrp="1"/>
          </p:cNvSpPr>
          <p:nvPr>
            <p:ph idx="1"/>
          </p:nvPr>
        </p:nvSpPr>
        <p:spPr>
          <a:xfrm>
            <a:off x="648000" y="2386608"/>
            <a:ext cx="13327200" cy="4752528"/>
          </a:xfrm>
        </p:spPr>
        <p:txBody>
          <a:bodyPr>
            <a:normAutofit/>
          </a:bodyPr>
          <a:lstStyle>
            <a:lvl1pPr>
              <a:defRPr sz="1440" b="0" i="0">
                <a:solidFill>
                  <a:schemeClr val="tx2"/>
                </a:solidFill>
                <a:latin typeface="Graphik Regular" panose="020B0503030202060203" pitchFamily="34" charset="0"/>
              </a:defRPr>
            </a:lvl1pPr>
            <a:lvl2pPr>
              <a:defRPr sz="1440" b="0" i="0">
                <a:solidFill>
                  <a:schemeClr val="tx2"/>
                </a:solidFill>
                <a:latin typeface="Graphik Regular" panose="020B0503030202060203" pitchFamily="34" charset="0"/>
              </a:defRPr>
            </a:lvl2pPr>
            <a:lvl3pPr>
              <a:defRPr sz="1440" b="0" i="0">
                <a:solidFill>
                  <a:schemeClr val="tx2"/>
                </a:solidFill>
                <a:latin typeface="Graphik Regular" panose="020B0503030202060203" pitchFamily="34" charset="0"/>
              </a:defRPr>
            </a:lvl3pPr>
            <a:lvl4pPr>
              <a:defRPr sz="1440" b="0" i="0">
                <a:solidFill>
                  <a:schemeClr val="tx2"/>
                </a:solidFill>
                <a:latin typeface="Graphik Regular" panose="020B0503030202060203" pitchFamily="34" charset="0"/>
              </a:defRPr>
            </a:lvl4pPr>
            <a:lvl5pPr>
              <a:defRPr sz="1440" b="0" i="0">
                <a:solidFill>
                  <a:schemeClr val="tx2"/>
                </a:solidFill>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6" name="Graphic 5">
            <a:extLst>
              <a:ext uri="{FF2B5EF4-FFF2-40B4-BE49-F238E27FC236}">
                <a16:creationId xmlns:a16="http://schemas.microsoft.com/office/drawing/2014/main" id="{04C67AC4-FE00-2352-4676-BFF6D333E3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
        <p:nvSpPr>
          <p:cNvPr id="7" name="TextBox 6">
            <a:extLst>
              <a:ext uri="{FF2B5EF4-FFF2-40B4-BE49-F238E27FC236}">
                <a16:creationId xmlns:a16="http://schemas.microsoft.com/office/drawing/2014/main" id="{F0916597-2A3C-13FE-084D-1BCA67DB2EA0}"/>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tx1"/>
                </a:solidFill>
              </a:rPr>
              <a:t>Confidential. © e2open, LLC.     </a:t>
            </a:r>
            <a:fld id="{57DD527D-CAE6-8F47-946A-0688FD82CE1E}" type="slidenum">
              <a:rPr lang="en-US" sz="1080" smtClean="0">
                <a:solidFill>
                  <a:schemeClr val="tx1"/>
                </a:solidFill>
              </a:rPr>
              <a:t>‹#›</a:t>
            </a:fld>
            <a:endParaRPr lang="en-US" sz="1080">
              <a:solidFill>
                <a:schemeClr val="tx1"/>
              </a:solidFill>
            </a:endParaRPr>
          </a:p>
        </p:txBody>
      </p:sp>
      <p:sp>
        <p:nvSpPr>
          <p:cNvPr id="2" name="Text Placeholder 6">
            <a:extLst>
              <a:ext uri="{FF2B5EF4-FFF2-40B4-BE49-F238E27FC236}">
                <a16:creationId xmlns:a16="http://schemas.microsoft.com/office/drawing/2014/main" id="{F909C470-02B5-696D-0C18-6E40B2E0C508}"/>
              </a:ext>
            </a:extLst>
          </p:cNvPr>
          <p:cNvSpPr>
            <a:spLocks noGrp="1"/>
          </p:cNvSpPr>
          <p:nvPr>
            <p:ph type="body" sz="quarter" idx="13" hasCustomPrompt="1"/>
          </p:nvPr>
        </p:nvSpPr>
        <p:spPr>
          <a:xfrm>
            <a:off x="647774" y="1545177"/>
            <a:ext cx="13459885" cy="438150"/>
          </a:xfrm>
        </p:spPr>
        <p:txBody>
          <a:bodyPr anchor="t">
            <a:noAutofit/>
          </a:bodyPr>
          <a:lstStyle>
            <a:lvl1pPr marL="0" indent="0">
              <a:lnSpc>
                <a:spcPct val="85000"/>
              </a:lnSpc>
              <a:spcAft>
                <a:spcPts val="0"/>
              </a:spcAft>
              <a:buNone/>
              <a:defRPr sz="1920" b="0" i="0">
                <a:solidFill>
                  <a:schemeClr val="tx2"/>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3" name="Title 1">
            <a:extLst>
              <a:ext uri="{FF2B5EF4-FFF2-40B4-BE49-F238E27FC236}">
                <a16:creationId xmlns:a16="http://schemas.microsoft.com/office/drawing/2014/main" id="{B41BC0E7-A07B-FCC1-FCB1-BD130EFA6381}"/>
              </a:ext>
            </a:extLst>
          </p:cNvPr>
          <p:cNvSpPr>
            <a:spLocks noGrp="1"/>
          </p:cNvSpPr>
          <p:nvPr>
            <p:ph type="title" hasCustomPrompt="1"/>
          </p:nvPr>
        </p:nvSpPr>
        <p:spPr>
          <a:xfrm>
            <a:off x="648000" y="957056"/>
            <a:ext cx="13459885" cy="420874"/>
          </a:xfrm>
        </p:spPr>
        <p:txBody>
          <a:bodyPr anchor="t"/>
          <a:lstStyle>
            <a:lvl1pPr>
              <a:defRPr b="0" i="0">
                <a:solidFill>
                  <a:schemeClr val="tx1"/>
                </a:solidFill>
                <a:latin typeface="Graphik-Light" panose="020B0403030202060203" pitchFamily="34" charset="0"/>
              </a:defRPr>
            </a:lvl1pPr>
          </a:lstStyle>
          <a:p>
            <a:r>
              <a:rPr lang="en-US"/>
              <a:t>Slide title</a:t>
            </a:r>
            <a:endParaRPr lang="en-AU"/>
          </a:p>
        </p:txBody>
      </p:sp>
      <p:sp>
        <p:nvSpPr>
          <p:cNvPr id="4" name="Text Placeholder 3">
            <a:extLst>
              <a:ext uri="{FF2B5EF4-FFF2-40B4-BE49-F238E27FC236}">
                <a16:creationId xmlns:a16="http://schemas.microsoft.com/office/drawing/2014/main" id="{29924441-3704-D0C0-3EE4-DC9D07DC4939}"/>
              </a:ext>
            </a:extLst>
          </p:cNvPr>
          <p:cNvSpPr>
            <a:spLocks noGrp="1"/>
          </p:cNvSpPr>
          <p:nvPr>
            <p:ph type="body" sz="quarter" idx="14" hasCustomPrompt="1"/>
          </p:nvPr>
        </p:nvSpPr>
        <p:spPr>
          <a:xfrm>
            <a:off x="647701" y="616928"/>
            <a:ext cx="2658390" cy="294748"/>
          </a:xfrm>
        </p:spPr>
        <p:txBody>
          <a:bodyPr anchor="t"/>
          <a:lstStyle>
            <a:lvl1pPr marL="0" indent="0">
              <a:buNone/>
              <a:defRPr sz="1200" b="1" i="0">
                <a:latin typeface="Graphik-Semibold" panose="020B0503030202060203" pitchFamily="34" charset="0"/>
              </a:defRPr>
            </a:lvl1pPr>
          </a:lstStyle>
          <a:p>
            <a:pPr lvl="0"/>
            <a:r>
              <a:rPr lang="en-US"/>
              <a:t>EYEBROW</a:t>
            </a:r>
          </a:p>
        </p:txBody>
      </p:sp>
    </p:spTree>
    <p:extLst>
      <p:ext uri="{BB962C8B-B14F-4D97-AF65-F5344CB8AC3E}">
        <p14:creationId xmlns:p14="http://schemas.microsoft.com/office/powerpoint/2010/main" val="1719736374"/>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2_Title, Subhead and Content_HY RESULTS 202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A520D5-D9B9-3CD8-6198-E8253AF5C96D}"/>
              </a:ext>
            </a:extLst>
          </p:cNvPr>
          <p:cNvSpPr>
            <a:spLocks noGrp="1"/>
          </p:cNvSpPr>
          <p:nvPr>
            <p:ph type="pic" sz="quarter" idx="15"/>
          </p:nvPr>
        </p:nvSpPr>
        <p:spPr>
          <a:xfrm>
            <a:off x="0" y="0"/>
            <a:ext cx="14630400" cy="8229600"/>
          </a:xfrm>
        </p:spPr>
        <p:txBody>
          <a:bodyPr/>
          <a:lstStyle/>
          <a:p>
            <a:endParaRPr lang="en-US"/>
          </a:p>
        </p:txBody>
      </p:sp>
      <p:sp>
        <p:nvSpPr>
          <p:cNvPr id="3" name="Do not remove" hidden="1">
            <a:extLst>
              <a:ext uri="{FF2B5EF4-FFF2-40B4-BE49-F238E27FC236}">
                <a16:creationId xmlns:a16="http://schemas.microsoft.com/office/drawing/2014/main" id="{8F70CC9D-72A3-0626-E208-8FC2DFD9366B}"/>
              </a:ext>
            </a:extLst>
          </p:cNvPr>
          <p:cNvSpPr/>
          <p:nvPr userDrawn="1">
            <p:custDataLst>
              <p:tags r:id="rId1"/>
            </p:custDataLst>
          </p:nvPr>
        </p:nvSpPr>
        <p:spPr>
          <a:xfrm>
            <a:off x="1" y="1"/>
            <a:ext cx="15240" cy="1524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21"/>
          </a:p>
        </p:txBody>
      </p:sp>
      <p:pic>
        <p:nvPicPr>
          <p:cNvPr id="9" name="Graphic 8">
            <a:extLst>
              <a:ext uri="{FF2B5EF4-FFF2-40B4-BE49-F238E27FC236}">
                <a16:creationId xmlns:a16="http://schemas.microsoft.com/office/drawing/2014/main" id="{C9962CCF-9ECA-C448-E298-D9E4B049CF7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8EF97D76-5B3E-4EF9-9859-F4DE14A045FA}"/>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bg1"/>
                </a:solidFill>
              </a:rPr>
              <a:t>Confidential. © e2open, LLC.     </a:t>
            </a:r>
            <a:fld id="{57DD527D-CAE6-8F47-946A-0688FD82CE1E}" type="slidenum">
              <a:rPr lang="en-US" sz="1080" smtClean="0">
                <a:solidFill>
                  <a:schemeClr val="bg1"/>
                </a:solidFill>
              </a:rPr>
              <a:t>‹#›</a:t>
            </a:fld>
            <a:endParaRPr lang="en-US" sz="1080">
              <a:solidFill>
                <a:schemeClr val="bg1"/>
              </a:solidFill>
            </a:endParaRPr>
          </a:p>
        </p:txBody>
      </p:sp>
      <p:sp>
        <p:nvSpPr>
          <p:cNvPr id="4" name="Text Placeholder 6">
            <a:extLst>
              <a:ext uri="{FF2B5EF4-FFF2-40B4-BE49-F238E27FC236}">
                <a16:creationId xmlns:a16="http://schemas.microsoft.com/office/drawing/2014/main" id="{BC3743A8-9161-5778-4DC4-3A56C8436B80}"/>
              </a:ext>
            </a:extLst>
          </p:cNvPr>
          <p:cNvSpPr>
            <a:spLocks noGrp="1"/>
          </p:cNvSpPr>
          <p:nvPr>
            <p:ph type="body" sz="quarter" idx="13" hasCustomPrompt="1"/>
          </p:nvPr>
        </p:nvSpPr>
        <p:spPr>
          <a:xfrm>
            <a:off x="647774" y="1545177"/>
            <a:ext cx="13459885" cy="438150"/>
          </a:xfrm>
        </p:spPr>
        <p:txBody>
          <a:bodyPr anchor="t">
            <a:noAutofit/>
          </a:bodyPr>
          <a:lstStyle>
            <a:lvl1pPr marL="0" indent="0">
              <a:lnSpc>
                <a:spcPct val="85000"/>
              </a:lnSpc>
              <a:spcAft>
                <a:spcPts val="0"/>
              </a:spcAft>
              <a:buNone/>
              <a:defRPr sz="1920" b="0" i="0">
                <a:solidFill>
                  <a:schemeClr val="bg1"/>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6" name="Title 1">
            <a:extLst>
              <a:ext uri="{FF2B5EF4-FFF2-40B4-BE49-F238E27FC236}">
                <a16:creationId xmlns:a16="http://schemas.microsoft.com/office/drawing/2014/main" id="{48580A28-0AEC-5508-BEE2-82CDF2D29101}"/>
              </a:ext>
            </a:extLst>
          </p:cNvPr>
          <p:cNvSpPr>
            <a:spLocks noGrp="1"/>
          </p:cNvSpPr>
          <p:nvPr>
            <p:ph type="title" hasCustomPrompt="1"/>
          </p:nvPr>
        </p:nvSpPr>
        <p:spPr>
          <a:xfrm>
            <a:off x="648000" y="957056"/>
            <a:ext cx="13459885" cy="420874"/>
          </a:xfrm>
        </p:spPr>
        <p:txBody>
          <a:bodyPr anchor="t"/>
          <a:lstStyle>
            <a:lvl1pPr>
              <a:defRPr b="0" i="0">
                <a:solidFill>
                  <a:schemeClr val="bg1"/>
                </a:solidFill>
                <a:latin typeface="Graphik-Light" panose="020B0403030202060203" pitchFamily="34" charset="0"/>
              </a:defRPr>
            </a:lvl1pPr>
          </a:lstStyle>
          <a:p>
            <a:r>
              <a:rPr lang="en-US"/>
              <a:t>Slide title</a:t>
            </a:r>
            <a:endParaRPr lang="en-AU"/>
          </a:p>
        </p:txBody>
      </p:sp>
      <p:sp>
        <p:nvSpPr>
          <p:cNvPr id="7" name="Text Placeholder 3">
            <a:extLst>
              <a:ext uri="{FF2B5EF4-FFF2-40B4-BE49-F238E27FC236}">
                <a16:creationId xmlns:a16="http://schemas.microsoft.com/office/drawing/2014/main" id="{5753CF23-B455-54B6-CD15-ECA141F76573}"/>
              </a:ext>
            </a:extLst>
          </p:cNvPr>
          <p:cNvSpPr>
            <a:spLocks noGrp="1"/>
          </p:cNvSpPr>
          <p:nvPr>
            <p:ph type="body" sz="quarter" idx="14" hasCustomPrompt="1"/>
          </p:nvPr>
        </p:nvSpPr>
        <p:spPr>
          <a:xfrm>
            <a:off x="647701" y="616928"/>
            <a:ext cx="2658390" cy="294748"/>
          </a:xfrm>
        </p:spPr>
        <p:txBody>
          <a:bodyPr anchor="t"/>
          <a:lstStyle>
            <a:lvl1pPr marL="0" indent="0">
              <a:buNone/>
              <a:defRPr sz="1200" b="1" i="0">
                <a:solidFill>
                  <a:schemeClr val="bg1"/>
                </a:solidFill>
                <a:latin typeface="Graphik-Semibold" panose="020B0503030202060203" pitchFamily="34" charset="0"/>
              </a:defRPr>
            </a:lvl1pPr>
          </a:lstStyle>
          <a:p>
            <a:pPr lvl="0"/>
            <a:r>
              <a:rPr lang="en-US"/>
              <a:t>EYEBROW</a:t>
            </a:r>
          </a:p>
        </p:txBody>
      </p:sp>
    </p:spTree>
    <p:extLst>
      <p:ext uri="{BB962C8B-B14F-4D97-AF65-F5344CB8AC3E}">
        <p14:creationId xmlns:p14="http://schemas.microsoft.com/office/powerpoint/2010/main" val="102692079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Title, Subhead and Content_HY RESULTS 2021">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F70CC9D-72A3-0626-E208-8FC2DFD9366B}"/>
              </a:ext>
            </a:extLst>
          </p:cNvPr>
          <p:cNvSpPr/>
          <p:nvPr userDrawn="1">
            <p:custDataLst>
              <p:tags r:id="rId1"/>
            </p:custDataLst>
          </p:nvPr>
        </p:nvSpPr>
        <p:spPr>
          <a:xfrm>
            <a:off x="1" y="1"/>
            <a:ext cx="15240" cy="1524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21"/>
          </a:p>
        </p:txBody>
      </p:sp>
      <p:sp>
        <p:nvSpPr>
          <p:cNvPr id="2" name="Content Placeholder 2">
            <a:extLst>
              <a:ext uri="{FF2B5EF4-FFF2-40B4-BE49-F238E27FC236}">
                <a16:creationId xmlns:a16="http://schemas.microsoft.com/office/drawing/2014/main" id="{EB80A001-E04D-F3B3-8B46-4C82E7D6B64E}"/>
              </a:ext>
            </a:extLst>
          </p:cNvPr>
          <p:cNvSpPr>
            <a:spLocks noGrp="1"/>
          </p:cNvSpPr>
          <p:nvPr>
            <p:ph idx="1"/>
          </p:nvPr>
        </p:nvSpPr>
        <p:spPr>
          <a:xfrm>
            <a:off x="648000" y="2386609"/>
            <a:ext cx="13327200" cy="4752528"/>
          </a:xfrm>
        </p:spPr>
        <p:txBody>
          <a:bodyPr/>
          <a:lstStyle>
            <a:lvl1pPr>
              <a:defRPr b="0" i="0">
                <a:latin typeface="Graphik Regular" panose="020B0503030202060203" pitchFamily="34" charset="0"/>
              </a:defRPr>
            </a:lvl1pPr>
            <a:lvl2pPr>
              <a:defRPr b="0" i="0">
                <a:latin typeface="Graphik Regular" panose="020B0503030202060203" pitchFamily="34" charset="0"/>
              </a:defRPr>
            </a:lvl2pPr>
            <a:lvl3pPr>
              <a:defRPr b="0" i="0">
                <a:latin typeface="Graphik Regular" panose="020B0503030202060203" pitchFamily="34" charset="0"/>
              </a:defRPr>
            </a:lvl3pPr>
            <a:lvl4pPr>
              <a:defRPr b="0" i="0">
                <a:latin typeface="Graphik Regular" panose="020B0503030202060203" pitchFamily="34" charset="0"/>
              </a:defRPr>
            </a:lvl4pPr>
            <a:lvl5pPr>
              <a:defRPr b="0" i="0">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9" name="Graphic 8">
            <a:extLst>
              <a:ext uri="{FF2B5EF4-FFF2-40B4-BE49-F238E27FC236}">
                <a16:creationId xmlns:a16="http://schemas.microsoft.com/office/drawing/2014/main" id="{C9962CCF-9ECA-C448-E298-D9E4B049CF7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8EF97D76-5B3E-4EF9-9859-F4DE14A045FA}"/>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tx1"/>
                </a:solidFill>
              </a:rPr>
              <a:t>Confidential. © e2open, LLC.     </a:t>
            </a:r>
            <a:fld id="{57DD527D-CAE6-8F47-946A-0688FD82CE1E}" type="slidenum">
              <a:rPr lang="en-US" sz="1080" smtClean="0">
                <a:solidFill>
                  <a:schemeClr val="tx1"/>
                </a:solidFill>
              </a:rPr>
              <a:t>‹#›</a:t>
            </a:fld>
            <a:endParaRPr lang="en-US" sz="1080">
              <a:solidFill>
                <a:schemeClr val="tx1"/>
              </a:solidFill>
            </a:endParaRPr>
          </a:p>
        </p:txBody>
      </p:sp>
      <p:sp>
        <p:nvSpPr>
          <p:cNvPr id="4" name="Text Placeholder 6">
            <a:extLst>
              <a:ext uri="{FF2B5EF4-FFF2-40B4-BE49-F238E27FC236}">
                <a16:creationId xmlns:a16="http://schemas.microsoft.com/office/drawing/2014/main" id="{BC3743A8-9161-5778-4DC4-3A56C8436B80}"/>
              </a:ext>
            </a:extLst>
          </p:cNvPr>
          <p:cNvSpPr>
            <a:spLocks noGrp="1"/>
          </p:cNvSpPr>
          <p:nvPr>
            <p:ph type="body" sz="quarter" idx="13" hasCustomPrompt="1"/>
          </p:nvPr>
        </p:nvSpPr>
        <p:spPr>
          <a:xfrm>
            <a:off x="647774" y="1545177"/>
            <a:ext cx="13459885" cy="438150"/>
          </a:xfrm>
        </p:spPr>
        <p:txBody>
          <a:bodyPr anchor="t">
            <a:noAutofit/>
          </a:bodyPr>
          <a:lstStyle>
            <a:lvl1pPr marL="0" indent="0">
              <a:lnSpc>
                <a:spcPct val="85000"/>
              </a:lnSpc>
              <a:spcAft>
                <a:spcPts val="0"/>
              </a:spcAft>
              <a:buNone/>
              <a:defRPr sz="1920" b="0" i="0">
                <a:solidFill>
                  <a:schemeClr val="tx2"/>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6" name="Title 1">
            <a:extLst>
              <a:ext uri="{FF2B5EF4-FFF2-40B4-BE49-F238E27FC236}">
                <a16:creationId xmlns:a16="http://schemas.microsoft.com/office/drawing/2014/main" id="{48580A28-0AEC-5508-BEE2-82CDF2D29101}"/>
              </a:ext>
            </a:extLst>
          </p:cNvPr>
          <p:cNvSpPr>
            <a:spLocks noGrp="1"/>
          </p:cNvSpPr>
          <p:nvPr>
            <p:ph type="title" hasCustomPrompt="1"/>
          </p:nvPr>
        </p:nvSpPr>
        <p:spPr>
          <a:xfrm>
            <a:off x="648000" y="957056"/>
            <a:ext cx="13459885" cy="420874"/>
          </a:xfrm>
        </p:spPr>
        <p:txBody>
          <a:bodyPr anchor="t"/>
          <a:lstStyle>
            <a:lvl1pPr>
              <a:defRPr b="0" i="0">
                <a:solidFill>
                  <a:schemeClr val="tx1"/>
                </a:solidFill>
                <a:latin typeface="Graphik-Light" panose="020B0403030202060203" pitchFamily="34" charset="0"/>
              </a:defRPr>
            </a:lvl1pPr>
          </a:lstStyle>
          <a:p>
            <a:r>
              <a:rPr lang="en-US"/>
              <a:t>Slide title</a:t>
            </a:r>
            <a:endParaRPr lang="en-AU"/>
          </a:p>
        </p:txBody>
      </p:sp>
      <p:sp>
        <p:nvSpPr>
          <p:cNvPr id="7" name="Text Placeholder 3">
            <a:extLst>
              <a:ext uri="{FF2B5EF4-FFF2-40B4-BE49-F238E27FC236}">
                <a16:creationId xmlns:a16="http://schemas.microsoft.com/office/drawing/2014/main" id="{5753CF23-B455-54B6-CD15-ECA141F76573}"/>
              </a:ext>
            </a:extLst>
          </p:cNvPr>
          <p:cNvSpPr>
            <a:spLocks noGrp="1"/>
          </p:cNvSpPr>
          <p:nvPr>
            <p:ph type="body" sz="quarter" idx="14" hasCustomPrompt="1"/>
          </p:nvPr>
        </p:nvSpPr>
        <p:spPr>
          <a:xfrm>
            <a:off x="647701" y="616928"/>
            <a:ext cx="2658390" cy="294748"/>
          </a:xfrm>
        </p:spPr>
        <p:txBody>
          <a:bodyPr anchor="t"/>
          <a:lstStyle>
            <a:lvl1pPr marL="0" indent="0">
              <a:buNone/>
              <a:defRPr sz="1200" b="1" i="0">
                <a:latin typeface="Graphik-Semibold" panose="020B0503030202060203" pitchFamily="34" charset="0"/>
              </a:defRPr>
            </a:lvl1pPr>
          </a:lstStyle>
          <a:p>
            <a:pPr lvl="0"/>
            <a:r>
              <a:rPr lang="en-US"/>
              <a:t>EYEBROW</a:t>
            </a:r>
          </a:p>
        </p:txBody>
      </p:sp>
    </p:spTree>
    <p:extLst>
      <p:ext uri="{BB962C8B-B14F-4D97-AF65-F5344CB8AC3E}">
        <p14:creationId xmlns:p14="http://schemas.microsoft.com/office/powerpoint/2010/main" val="369602441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Title, Subhead and Content_HY RESULTS 2021">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77187AC4-AEB3-096A-8D56-496512BAB0F2}"/>
              </a:ext>
            </a:extLst>
          </p:cNvPr>
          <p:cNvPicPr>
            <a:picLocks noChangeAspect="1"/>
          </p:cNvPicPr>
          <p:nvPr userDrawn="1"/>
        </p:nvPicPr>
        <p:blipFill>
          <a:blip>
            <a:extLst>
              <a:ext uri="{96DAC541-7B7A-43D3-8B79-37D633B846F1}">
                <asvg:svgBlip xmlns:asvg="http://schemas.microsoft.com/office/drawing/2016/SVG/main" r:embed="rId2"/>
              </a:ext>
            </a:extLst>
          </a:blip>
          <a:srcRect b="5963"/>
          <a:stretch>
            <a:fillRect/>
          </a:stretch>
        </p:blipFill>
        <p:spPr>
          <a:xfrm>
            <a:off x="-114898" y="736077"/>
            <a:ext cx="14653859" cy="7493524"/>
          </a:xfrm>
          <a:prstGeom prst="rect">
            <a:avLst/>
          </a:prstGeom>
        </p:spPr>
      </p:pic>
      <p:pic>
        <p:nvPicPr>
          <p:cNvPr id="7" name="Graphic 6">
            <a:extLst>
              <a:ext uri="{FF2B5EF4-FFF2-40B4-BE49-F238E27FC236}">
                <a16:creationId xmlns:a16="http://schemas.microsoft.com/office/drawing/2014/main" id="{FEAE7110-57AC-BD69-CCB2-ED5D0265BA7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tx1"/>
                </a:solidFill>
              </a:rPr>
              <a:t>Confidential. © e2open, LLC.     </a:t>
            </a:r>
            <a:fld id="{57DD527D-CAE6-8F47-946A-0688FD82CE1E}" type="slidenum">
              <a:rPr lang="en-US" sz="1080" smtClean="0">
                <a:solidFill>
                  <a:schemeClr val="tx1"/>
                </a:solidFill>
              </a:rPr>
              <a:t>‹#›</a:t>
            </a:fld>
            <a:endParaRPr lang="en-US" sz="1080">
              <a:solidFill>
                <a:schemeClr val="tx1"/>
              </a:solidFill>
            </a:endParaRPr>
          </a:p>
        </p:txBody>
      </p:sp>
      <p:sp>
        <p:nvSpPr>
          <p:cNvPr id="2" name="Picture Placeholder 14">
            <a:extLst>
              <a:ext uri="{FF2B5EF4-FFF2-40B4-BE49-F238E27FC236}">
                <a16:creationId xmlns:a16="http://schemas.microsoft.com/office/drawing/2014/main" id="{47418477-1033-CDE9-4B36-67A71D69956D}"/>
              </a:ext>
            </a:extLst>
          </p:cNvPr>
          <p:cNvSpPr>
            <a:spLocks noGrp="1"/>
          </p:cNvSpPr>
          <p:nvPr>
            <p:ph type="pic" sz="quarter" idx="11"/>
          </p:nvPr>
        </p:nvSpPr>
        <p:spPr>
          <a:xfrm>
            <a:off x="786037" y="2603363"/>
            <a:ext cx="3840480" cy="3363245"/>
          </a:xfrm>
          <a:prstGeom prst="roundRect">
            <a:avLst>
              <a:gd name="adj" fmla="val 5557"/>
            </a:avLst>
          </a:prstGeom>
          <a:solidFill>
            <a:srgbClr val="3D8080"/>
          </a:solidFill>
          <a:effectLst>
            <a:outerShdw blurRad="101600" dist="38100" dir="5400000" algn="ctr" rotWithShape="0">
              <a:prstClr val="black">
                <a:alpha val="40000"/>
              </a:prstClr>
            </a:outerShdw>
          </a:effectLst>
        </p:spPr>
        <p:txBody>
          <a:bodyPr/>
          <a:lstStyle>
            <a:lvl1pPr>
              <a:defRPr b="1" i="0">
                <a:latin typeface="Arial" panose="020B0604020202020204" pitchFamily="34" charset="0"/>
              </a:defRPr>
            </a:lvl1pPr>
          </a:lstStyle>
          <a:p>
            <a:endParaRPr lang="en-US"/>
          </a:p>
        </p:txBody>
      </p:sp>
      <p:sp>
        <p:nvSpPr>
          <p:cNvPr id="8" name="Picture Placeholder 14">
            <a:extLst>
              <a:ext uri="{FF2B5EF4-FFF2-40B4-BE49-F238E27FC236}">
                <a16:creationId xmlns:a16="http://schemas.microsoft.com/office/drawing/2014/main" id="{941A9C10-8217-9CB6-6F6A-1A53A3387E59}"/>
              </a:ext>
            </a:extLst>
          </p:cNvPr>
          <p:cNvSpPr>
            <a:spLocks noGrp="1"/>
          </p:cNvSpPr>
          <p:nvPr>
            <p:ph type="pic" sz="quarter" idx="15"/>
          </p:nvPr>
        </p:nvSpPr>
        <p:spPr>
          <a:xfrm>
            <a:off x="5375298" y="2616827"/>
            <a:ext cx="3840480" cy="3351052"/>
          </a:xfrm>
          <a:prstGeom prst="roundRect">
            <a:avLst>
              <a:gd name="adj" fmla="val 5557"/>
            </a:avLst>
          </a:prstGeom>
          <a:solidFill>
            <a:srgbClr val="3D8080"/>
          </a:solidFill>
          <a:effectLst>
            <a:outerShdw blurRad="101600" dist="38100" dir="5400000" algn="ctr" rotWithShape="0">
              <a:prstClr val="black">
                <a:alpha val="40000"/>
              </a:prstClr>
            </a:outerShdw>
          </a:effectLst>
        </p:spPr>
        <p:txBody>
          <a:bodyPr/>
          <a:lstStyle>
            <a:lvl1pPr>
              <a:defRPr b="1" i="0">
                <a:latin typeface="Arial" panose="020B0604020202020204" pitchFamily="34" charset="0"/>
              </a:defRPr>
            </a:lvl1pPr>
          </a:lstStyle>
          <a:p>
            <a:endParaRPr lang="en-US"/>
          </a:p>
        </p:txBody>
      </p:sp>
      <p:sp>
        <p:nvSpPr>
          <p:cNvPr id="9" name="Picture Placeholder 14">
            <a:extLst>
              <a:ext uri="{FF2B5EF4-FFF2-40B4-BE49-F238E27FC236}">
                <a16:creationId xmlns:a16="http://schemas.microsoft.com/office/drawing/2014/main" id="{5DA06A71-D3F0-5507-ACEF-BC397BAB980D}"/>
              </a:ext>
            </a:extLst>
          </p:cNvPr>
          <p:cNvSpPr>
            <a:spLocks noGrp="1"/>
          </p:cNvSpPr>
          <p:nvPr>
            <p:ph type="pic" sz="quarter" idx="16"/>
          </p:nvPr>
        </p:nvSpPr>
        <p:spPr>
          <a:xfrm>
            <a:off x="9968891" y="2603363"/>
            <a:ext cx="3840480" cy="3351052"/>
          </a:xfrm>
          <a:prstGeom prst="roundRect">
            <a:avLst>
              <a:gd name="adj" fmla="val 5557"/>
            </a:avLst>
          </a:prstGeom>
          <a:solidFill>
            <a:srgbClr val="3D8080"/>
          </a:solidFill>
          <a:effectLst>
            <a:outerShdw blurRad="101600" dist="38100" dir="5400000" algn="ctr" rotWithShape="0">
              <a:prstClr val="black">
                <a:alpha val="40000"/>
              </a:prstClr>
            </a:outerShdw>
          </a:effectLst>
        </p:spPr>
        <p:txBody>
          <a:bodyPr/>
          <a:lstStyle>
            <a:lvl1pPr>
              <a:defRPr b="1" i="0">
                <a:latin typeface="Arial" panose="020B0604020202020204" pitchFamily="34" charset="0"/>
              </a:defRPr>
            </a:lvl1pPr>
          </a:lstStyle>
          <a:p>
            <a:endParaRPr lang="en-US"/>
          </a:p>
        </p:txBody>
      </p:sp>
      <p:sp>
        <p:nvSpPr>
          <p:cNvPr id="3" name="Text Placeholder 6">
            <a:extLst>
              <a:ext uri="{FF2B5EF4-FFF2-40B4-BE49-F238E27FC236}">
                <a16:creationId xmlns:a16="http://schemas.microsoft.com/office/drawing/2014/main" id="{C65D88FE-0397-B316-2C95-735807F67D96}"/>
              </a:ext>
            </a:extLst>
          </p:cNvPr>
          <p:cNvSpPr>
            <a:spLocks noGrp="1"/>
          </p:cNvSpPr>
          <p:nvPr>
            <p:ph type="body" sz="quarter" idx="13" hasCustomPrompt="1"/>
          </p:nvPr>
        </p:nvSpPr>
        <p:spPr>
          <a:xfrm>
            <a:off x="647774" y="1545177"/>
            <a:ext cx="13459885" cy="438150"/>
          </a:xfrm>
        </p:spPr>
        <p:txBody>
          <a:bodyPr anchor="t">
            <a:noAutofit/>
          </a:bodyPr>
          <a:lstStyle>
            <a:lvl1pPr marL="0" indent="0">
              <a:lnSpc>
                <a:spcPct val="85000"/>
              </a:lnSpc>
              <a:spcAft>
                <a:spcPts val="0"/>
              </a:spcAft>
              <a:buNone/>
              <a:defRPr sz="1920" b="0" i="0">
                <a:solidFill>
                  <a:schemeClr val="tx2"/>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11" name="Title 1">
            <a:extLst>
              <a:ext uri="{FF2B5EF4-FFF2-40B4-BE49-F238E27FC236}">
                <a16:creationId xmlns:a16="http://schemas.microsoft.com/office/drawing/2014/main" id="{D9F57739-E15B-0B01-57F1-0C6F8D6540D7}"/>
              </a:ext>
            </a:extLst>
          </p:cNvPr>
          <p:cNvSpPr>
            <a:spLocks noGrp="1"/>
          </p:cNvSpPr>
          <p:nvPr>
            <p:ph type="title" hasCustomPrompt="1"/>
          </p:nvPr>
        </p:nvSpPr>
        <p:spPr>
          <a:xfrm>
            <a:off x="648000" y="957056"/>
            <a:ext cx="13459885" cy="420874"/>
          </a:xfrm>
        </p:spPr>
        <p:txBody>
          <a:bodyPr anchor="t"/>
          <a:lstStyle>
            <a:lvl1pPr>
              <a:defRPr b="0" i="0">
                <a:solidFill>
                  <a:schemeClr val="tx1"/>
                </a:solidFill>
                <a:latin typeface="Graphik-Light" panose="020B0403030202060203" pitchFamily="34" charset="0"/>
              </a:defRPr>
            </a:lvl1pPr>
          </a:lstStyle>
          <a:p>
            <a:r>
              <a:rPr lang="en-US"/>
              <a:t>Slide title</a:t>
            </a:r>
            <a:endParaRPr lang="en-AU"/>
          </a:p>
        </p:txBody>
      </p:sp>
      <p:sp>
        <p:nvSpPr>
          <p:cNvPr id="12" name="Text Placeholder 3">
            <a:extLst>
              <a:ext uri="{FF2B5EF4-FFF2-40B4-BE49-F238E27FC236}">
                <a16:creationId xmlns:a16="http://schemas.microsoft.com/office/drawing/2014/main" id="{B746A027-B11F-1097-8911-5D42DBF48E8A}"/>
              </a:ext>
            </a:extLst>
          </p:cNvPr>
          <p:cNvSpPr>
            <a:spLocks noGrp="1"/>
          </p:cNvSpPr>
          <p:nvPr>
            <p:ph type="body" sz="quarter" idx="14" hasCustomPrompt="1"/>
          </p:nvPr>
        </p:nvSpPr>
        <p:spPr>
          <a:xfrm>
            <a:off x="647701" y="616928"/>
            <a:ext cx="2658390" cy="294748"/>
          </a:xfrm>
        </p:spPr>
        <p:txBody>
          <a:bodyPr anchor="t"/>
          <a:lstStyle>
            <a:lvl1pPr marL="0" indent="0">
              <a:buNone/>
              <a:defRPr sz="1200" b="1" i="0">
                <a:latin typeface="Graphik-Semibold" panose="020B0503030202060203" pitchFamily="34" charset="0"/>
              </a:defRPr>
            </a:lvl1pPr>
          </a:lstStyle>
          <a:p>
            <a:pPr lvl="0"/>
            <a:r>
              <a:rPr lang="en-US"/>
              <a:t>EYEBROW</a:t>
            </a:r>
          </a:p>
        </p:txBody>
      </p:sp>
    </p:spTree>
    <p:extLst>
      <p:ext uri="{BB962C8B-B14F-4D97-AF65-F5344CB8AC3E}">
        <p14:creationId xmlns:p14="http://schemas.microsoft.com/office/powerpoint/2010/main" val="6319383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9_Title, Subhead and Content_HY RESULTS 2021">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505D886E-1466-AEC5-74A3-8659364F610D}"/>
              </a:ext>
            </a:extLst>
          </p:cNvPr>
          <p:cNvSpPr>
            <a:spLocks noGrp="1"/>
          </p:cNvSpPr>
          <p:nvPr>
            <p:ph type="body" sz="quarter" idx="13" hasCustomPrompt="1"/>
          </p:nvPr>
        </p:nvSpPr>
        <p:spPr>
          <a:xfrm>
            <a:off x="647774" y="1545177"/>
            <a:ext cx="6255720" cy="264179"/>
          </a:xfrm>
        </p:spPr>
        <p:txBody>
          <a:bodyPr anchor="t">
            <a:noAutofit/>
          </a:bodyPr>
          <a:lstStyle>
            <a:lvl1pPr marL="0" indent="0">
              <a:lnSpc>
                <a:spcPct val="85000"/>
              </a:lnSpc>
              <a:spcAft>
                <a:spcPts val="0"/>
              </a:spcAft>
              <a:buNone/>
              <a:defRPr sz="1920" b="0" i="0">
                <a:solidFill>
                  <a:schemeClr val="tx2"/>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6" name="Title 1">
            <a:extLst>
              <a:ext uri="{FF2B5EF4-FFF2-40B4-BE49-F238E27FC236}">
                <a16:creationId xmlns:a16="http://schemas.microsoft.com/office/drawing/2014/main" id="{43D0B81A-5D69-309E-E503-1D08D0A87E03}"/>
              </a:ext>
            </a:extLst>
          </p:cNvPr>
          <p:cNvSpPr>
            <a:spLocks noGrp="1"/>
          </p:cNvSpPr>
          <p:nvPr>
            <p:ph type="title" hasCustomPrompt="1"/>
          </p:nvPr>
        </p:nvSpPr>
        <p:spPr>
          <a:xfrm>
            <a:off x="648000" y="957056"/>
            <a:ext cx="6255720" cy="420874"/>
          </a:xfrm>
        </p:spPr>
        <p:txBody>
          <a:bodyPr anchor="t"/>
          <a:lstStyle>
            <a:lvl1pPr>
              <a:defRPr b="0" i="0">
                <a:solidFill>
                  <a:schemeClr val="tx1"/>
                </a:solidFill>
                <a:latin typeface="Graphik-Light" panose="020B0403030202060203" pitchFamily="34" charset="0"/>
              </a:defRPr>
            </a:lvl1pPr>
          </a:lstStyle>
          <a:p>
            <a:r>
              <a:rPr lang="en-US"/>
              <a:t>Slide title</a:t>
            </a:r>
            <a:endParaRPr lang="en-AU"/>
          </a:p>
        </p:txBody>
      </p:sp>
      <p:pic>
        <p:nvPicPr>
          <p:cNvPr id="7" name="Graphic 6">
            <a:extLst>
              <a:ext uri="{FF2B5EF4-FFF2-40B4-BE49-F238E27FC236}">
                <a16:creationId xmlns:a16="http://schemas.microsoft.com/office/drawing/2014/main" id="{FEAE7110-57AC-BD69-CCB2-ED5D0265BA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tx1"/>
                </a:solidFill>
              </a:rPr>
              <a:t>Confidential. © e2open, LLC.     </a:t>
            </a:r>
            <a:fld id="{57DD527D-CAE6-8F47-946A-0688FD82CE1E}" type="slidenum">
              <a:rPr lang="en-US" sz="1080" smtClean="0">
                <a:solidFill>
                  <a:schemeClr val="tx1"/>
                </a:solidFill>
              </a:rPr>
              <a:t>‹#›</a:t>
            </a:fld>
            <a:endParaRPr lang="en-US" sz="1080">
              <a:solidFill>
                <a:schemeClr val="tx1"/>
              </a:solidFill>
            </a:endParaRPr>
          </a:p>
        </p:txBody>
      </p:sp>
      <p:sp>
        <p:nvSpPr>
          <p:cNvPr id="4" name="Text Placeholder 3">
            <a:extLst>
              <a:ext uri="{FF2B5EF4-FFF2-40B4-BE49-F238E27FC236}">
                <a16:creationId xmlns:a16="http://schemas.microsoft.com/office/drawing/2014/main" id="{07BA412F-04D9-934F-D202-78B7A2E77139}"/>
              </a:ext>
            </a:extLst>
          </p:cNvPr>
          <p:cNvSpPr>
            <a:spLocks noGrp="1"/>
          </p:cNvSpPr>
          <p:nvPr>
            <p:ph type="body" sz="quarter" idx="14" hasCustomPrompt="1"/>
          </p:nvPr>
        </p:nvSpPr>
        <p:spPr>
          <a:xfrm>
            <a:off x="647700" y="616928"/>
            <a:ext cx="2154556" cy="220980"/>
          </a:xfrm>
        </p:spPr>
        <p:txBody>
          <a:bodyPr anchor="t"/>
          <a:lstStyle>
            <a:lvl1pPr marL="0" indent="0">
              <a:buNone/>
              <a:defRPr sz="1200" b="1" i="0">
                <a:latin typeface="Graphik-Semibold" panose="020B0503030202060203" pitchFamily="34" charset="0"/>
              </a:defRPr>
            </a:lvl1pPr>
          </a:lstStyle>
          <a:p>
            <a:pPr lvl="0"/>
            <a:r>
              <a:rPr lang="en-US"/>
              <a:t>EYEBROW</a:t>
            </a:r>
          </a:p>
        </p:txBody>
      </p:sp>
      <p:sp>
        <p:nvSpPr>
          <p:cNvPr id="2" name="Picture Placeholder 14">
            <a:extLst>
              <a:ext uri="{FF2B5EF4-FFF2-40B4-BE49-F238E27FC236}">
                <a16:creationId xmlns:a16="http://schemas.microsoft.com/office/drawing/2014/main" id="{5690CD8D-77B1-2691-EA34-4BED3455F9C2}"/>
              </a:ext>
            </a:extLst>
          </p:cNvPr>
          <p:cNvSpPr>
            <a:spLocks noGrp="1"/>
          </p:cNvSpPr>
          <p:nvPr>
            <p:ph type="pic" sz="quarter" idx="10"/>
          </p:nvPr>
        </p:nvSpPr>
        <p:spPr>
          <a:xfrm>
            <a:off x="7199912" y="-455793"/>
            <a:ext cx="3491437" cy="2523930"/>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8" name="Picture Placeholder 14">
            <a:extLst>
              <a:ext uri="{FF2B5EF4-FFF2-40B4-BE49-F238E27FC236}">
                <a16:creationId xmlns:a16="http://schemas.microsoft.com/office/drawing/2014/main" id="{C11C0951-4806-05D8-CB08-7D67E915AEAF}"/>
              </a:ext>
            </a:extLst>
          </p:cNvPr>
          <p:cNvSpPr>
            <a:spLocks noGrp="1"/>
          </p:cNvSpPr>
          <p:nvPr>
            <p:ph type="pic" sz="quarter" idx="11"/>
          </p:nvPr>
        </p:nvSpPr>
        <p:spPr>
          <a:xfrm>
            <a:off x="7196676" y="2225509"/>
            <a:ext cx="3491437" cy="3713870"/>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9" name="Picture Placeholder 14">
            <a:extLst>
              <a:ext uri="{FF2B5EF4-FFF2-40B4-BE49-F238E27FC236}">
                <a16:creationId xmlns:a16="http://schemas.microsoft.com/office/drawing/2014/main" id="{3FB7DFC4-238A-8870-5485-4127E6D828C6}"/>
              </a:ext>
            </a:extLst>
          </p:cNvPr>
          <p:cNvSpPr>
            <a:spLocks noGrp="1"/>
          </p:cNvSpPr>
          <p:nvPr>
            <p:ph type="pic" sz="quarter" idx="12"/>
          </p:nvPr>
        </p:nvSpPr>
        <p:spPr>
          <a:xfrm>
            <a:off x="7209386" y="6169905"/>
            <a:ext cx="3478727" cy="2321354"/>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1" name="Picture Placeholder 14">
            <a:extLst>
              <a:ext uri="{FF2B5EF4-FFF2-40B4-BE49-F238E27FC236}">
                <a16:creationId xmlns:a16="http://schemas.microsoft.com/office/drawing/2014/main" id="{BFCD8D40-D0F5-33ED-03E8-4F7AE10483FB}"/>
              </a:ext>
            </a:extLst>
          </p:cNvPr>
          <p:cNvSpPr>
            <a:spLocks noGrp="1"/>
          </p:cNvSpPr>
          <p:nvPr>
            <p:ph type="pic" sz="quarter" idx="15"/>
          </p:nvPr>
        </p:nvSpPr>
        <p:spPr>
          <a:xfrm>
            <a:off x="10863607" y="4386306"/>
            <a:ext cx="3444271" cy="410495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12" name="Picture Placeholder 14">
            <a:extLst>
              <a:ext uri="{FF2B5EF4-FFF2-40B4-BE49-F238E27FC236}">
                <a16:creationId xmlns:a16="http://schemas.microsoft.com/office/drawing/2014/main" id="{D9BD401C-A9AB-1288-27C4-1A4FE5FA1A5E}"/>
              </a:ext>
            </a:extLst>
          </p:cNvPr>
          <p:cNvSpPr>
            <a:spLocks noGrp="1"/>
          </p:cNvSpPr>
          <p:nvPr>
            <p:ph type="pic" sz="quarter" idx="16"/>
          </p:nvPr>
        </p:nvSpPr>
        <p:spPr>
          <a:xfrm>
            <a:off x="10863607" y="-455794"/>
            <a:ext cx="3444271" cy="4709863"/>
          </a:xfrm>
          <a:prstGeom prst="roundRect">
            <a:avLst>
              <a:gd name="adj" fmla="val 5557"/>
            </a:avLst>
          </a:prstGeom>
        </p:spPr>
        <p:txBody>
          <a:bodyPr/>
          <a:lstStyle>
            <a:lvl1pPr>
              <a:defRPr b="1" i="0">
                <a:latin typeface="Arial" panose="020B0604020202020204" pitchFamily="34" charset="0"/>
              </a:defRPr>
            </a:lvl1pPr>
          </a:lstStyle>
          <a:p>
            <a:endParaRPr lang="en-US"/>
          </a:p>
        </p:txBody>
      </p:sp>
    </p:spTree>
    <p:extLst>
      <p:ext uri="{BB962C8B-B14F-4D97-AF65-F5344CB8AC3E}">
        <p14:creationId xmlns:p14="http://schemas.microsoft.com/office/powerpoint/2010/main" val="427455185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1_Title, Subhead and Content_HY RESULTS 2021">
    <p:bg>
      <p:bgPr>
        <a:gradFill>
          <a:gsLst>
            <a:gs pos="88000">
              <a:schemeClr val="accent2"/>
            </a:gs>
            <a:gs pos="8000">
              <a:srgbClr val="3D8080"/>
            </a:gs>
          </a:gsLst>
          <a:lin ang="10800000" scaled="0"/>
        </a:gradFill>
        <a:effectLst/>
      </p:bgPr>
    </p:bg>
    <p:spTree>
      <p:nvGrpSpPr>
        <p:cNvPr id="1" name=""/>
        <p:cNvGrpSpPr/>
        <p:nvPr/>
      </p:nvGrpSpPr>
      <p:grpSpPr>
        <a:xfrm>
          <a:off x="0" y="0"/>
          <a:ext cx="0" cy="0"/>
          <a:chOff x="0" y="0"/>
          <a:chExt cx="0" cy="0"/>
        </a:xfrm>
      </p:grpSpPr>
      <p:sp useBgFill="1">
        <p:nvSpPr>
          <p:cNvPr id="5" name="Text Placeholder 6">
            <a:extLst>
              <a:ext uri="{FF2B5EF4-FFF2-40B4-BE49-F238E27FC236}">
                <a16:creationId xmlns:a16="http://schemas.microsoft.com/office/drawing/2014/main" id="{505D886E-1466-AEC5-74A3-8659364F610D}"/>
              </a:ext>
            </a:extLst>
          </p:cNvPr>
          <p:cNvSpPr>
            <a:spLocks noGrp="1"/>
          </p:cNvSpPr>
          <p:nvPr>
            <p:ph type="body" sz="quarter" idx="13" hasCustomPrompt="1"/>
          </p:nvPr>
        </p:nvSpPr>
        <p:spPr>
          <a:xfrm>
            <a:off x="647775" y="1545177"/>
            <a:ext cx="13320739" cy="264179"/>
          </a:xfrm>
        </p:spPr>
        <p:txBody>
          <a:bodyPr>
            <a:noAutofit/>
          </a:bodyPr>
          <a:lstStyle>
            <a:lvl1pPr marL="0" indent="0">
              <a:lnSpc>
                <a:spcPct val="85000"/>
              </a:lnSpc>
              <a:spcAft>
                <a:spcPts val="0"/>
              </a:spcAft>
              <a:buNone/>
              <a:defRPr sz="2160" b="0" i="0">
                <a:solidFill>
                  <a:schemeClr val="bg1"/>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useBgFill="1">
        <p:nvSpPr>
          <p:cNvPr id="6" name="Title 1">
            <a:extLst>
              <a:ext uri="{FF2B5EF4-FFF2-40B4-BE49-F238E27FC236}">
                <a16:creationId xmlns:a16="http://schemas.microsoft.com/office/drawing/2014/main" id="{43D0B81A-5D69-309E-E503-1D08D0A87E03}"/>
              </a:ext>
            </a:extLst>
          </p:cNvPr>
          <p:cNvSpPr>
            <a:spLocks noGrp="1"/>
          </p:cNvSpPr>
          <p:nvPr>
            <p:ph type="title" hasCustomPrompt="1"/>
          </p:nvPr>
        </p:nvSpPr>
        <p:spPr>
          <a:xfrm>
            <a:off x="648000" y="957056"/>
            <a:ext cx="13320739" cy="420874"/>
          </a:xfrm>
        </p:spPr>
        <p:txBody>
          <a:bodyPr/>
          <a:lstStyle>
            <a:lvl1pPr>
              <a:defRPr b="0" i="0">
                <a:solidFill>
                  <a:schemeClr val="bg1"/>
                </a:solidFill>
                <a:latin typeface="Graphik-Light" panose="020B0403030202060203" pitchFamily="34" charset="0"/>
              </a:defRPr>
            </a:lvl1pPr>
          </a:lstStyle>
          <a:p>
            <a:r>
              <a:rPr lang="en-US"/>
              <a:t>Slide title</a:t>
            </a:r>
            <a:endParaRPr lang="en-AU"/>
          </a:p>
        </p:txBody>
      </p:sp>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bg1"/>
                </a:solidFill>
              </a:rPr>
              <a:t>Confidential. © e2open, LLC.     </a:t>
            </a:r>
            <a:fld id="{57DD527D-CAE6-8F47-946A-0688FD82CE1E}" type="slidenum">
              <a:rPr lang="en-US" sz="1080" smtClean="0">
                <a:solidFill>
                  <a:schemeClr val="bg1"/>
                </a:solidFill>
              </a:rPr>
              <a:t>‹#›</a:t>
            </a:fld>
            <a:endParaRPr lang="en-US" sz="1080">
              <a:solidFill>
                <a:schemeClr val="bg1"/>
              </a:solidFill>
            </a:endParaRPr>
          </a:p>
        </p:txBody>
      </p:sp>
      <p:sp useBgFill="1">
        <p:nvSpPr>
          <p:cNvPr id="4" name="Text Placeholder 3">
            <a:extLst>
              <a:ext uri="{FF2B5EF4-FFF2-40B4-BE49-F238E27FC236}">
                <a16:creationId xmlns:a16="http://schemas.microsoft.com/office/drawing/2014/main" id="{07BA412F-04D9-934F-D202-78B7A2E77139}"/>
              </a:ext>
            </a:extLst>
          </p:cNvPr>
          <p:cNvSpPr>
            <a:spLocks noGrp="1"/>
          </p:cNvSpPr>
          <p:nvPr>
            <p:ph type="body" sz="quarter" idx="14" hasCustomPrompt="1"/>
          </p:nvPr>
        </p:nvSpPr>
        <p:spPr>
          <a:xfrm>
            <a:off x="647700" y="616928"/>
            <a:ext cx="2154556" cy="220980"/>
          </a:xfrm>
        </p:spPr>
        <p:txBody>
          <a:bodyPr/>
          <a:lstStyle>
            <a:lvl1pPr marL="0" indent="0">
              <a:buNone/>
              <a:defRPr sz="1200" b="1" i="0">
                <a:solidFill>
                  <a:schemeClr val="bg1"/>
                </a:solidFill>
                <a:latin typeface="Graphik-Semibold" panose="020B0503030202060203" pitchFamily="34" charset="0"/>
              </a:defRPr>
            </a:lvl1pPr>
          </a:lstStyle>
          <a:p>
            <a:pPr lvl="0"/>
            <a:r>
              <a:rPr lang="en-US"/>
              <a:t>EYEBROW</a:t>
            </a:r>
          </a:p>
        </p:txBody>
      </p:sp>
      <p:pic>
        <p:nvPicPr>
          <p:cNvPr id="2" name="Graphic 1">
            <a:extLst>
              <a:ext uri="{FF2B5EF4-FFF2-40B4-BE49-F238E27FC236}">
                <a16:creationId xmlns:a16="http://schemas.microsoft.com/office/drawing/2014/main" id="{E0E5BD53-DE4E-95C8-6199-0DD8EDC727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Tree>
    <p:extLst>
      <p:ext uri="{BB962C8B-B14F-4D97-AF65-F5344CB8AC3E}">
        <p14:creationId xmlns:p14="http://schemas.microsoft.com/office/powerpoint/2010/main" val="230010392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_Title, Subhead and Content_HY RESULTS 202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0CF460-3EC3-7BB6-C681-7224BD93E09D}"/>
              </a:ext>
            </a:extLst>
          </p:cNvPr>
          <p:cNvSpPr>
            <a:spLocks noGrp="1"/>
          </p:cNvSpPr>
          <p:nvPr>
            <p:ph idx="1"/>
          </p:nvPr>
        </p:nvSpPr>
        <p:spPr>
          <a:xfrm>
            <a:off x="648001" y="2386613"/>
            <a:ext cx="13320515" cy="4752528"/>
          </a:xfrm>
        </p:spPr>
        <p:txBody>
          <a:bodyPr>
            <a:normAutofit/>
          </a:bodyPr>
          <a:lstStyle>
            <a:lvl1pPr>
              <a:defRPr sz="1600" b="0" i="0">
                <a:latin typeface="Graphik Regular" panose="020B0503030202060203" pitchFamily="34" charset="0"/>
              </a:defRPr>
            </a:lvl1pPr>
            <a:lvl2pPr>
              <a:defRPr sz="1600" b="0" i="0">
                <a:latin typeface="Graphik Regular" panose="020B0503030202060203" pitchFamily="34" charset="0"/>
              </a:defRPr>
            </a:lvl2pPr>
            <a:lvl3pPr>
              <a:defRPr sz="1600" b="0" i="0">
                <a:latin typeface="Graphik Regular" panose="020B0503030202060203" pitchFamily="34" charset="0"/>
              </a:defRPr>
            </a:lvl3pPr>
            <a:lvl4pPr>
              <a:defRPr sz="1600" b="0" i="0">
                <a:latin typeface="Graphik Regular" panose="020B0503030202060203" pitchFamily="34" charset="0"/>
              </a:defRPr>
            </a:lvl4pPr>
            <a:lvl5pPr>
              <a:defRPr sz="1600" b="0" i="0">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6">
            <a:extLst>
              <a:ext uri="{FF2B5EF4-FFF2-40B4-BE49-F238E27FC236}">
                <a16:creationId xmlns:a16="http://schemas.microsoft.com/office/drawing/2014/main" id="{505D886E-1466-AEC5-74A3-8659364F610D}"/>
              </a:ext>
            </a:extLst>
          </p:cNvPr>
          <p:cNvSpPr>
            <a:spLocks noGrp="1"/>
          </p:cNvSpPr>
          <p:nvPr>
            <p:ph type="body" sz="quarter" idx="13" hasCustomPrompt="1"/>
          </p:nvPr>
        </p:nvSpPr>
        <p:spPr>
          <a:xfrm>
            <a:off x="647775" y="1545177"/>
            <a:ext cx="13320739" cy="264179"/>
          </a:xfrm>
        </p:spPr>
        <p:txBody>
          <a:bodyPr>
            <a:noAutofit/>
          </a:bodyPr>
          <a:lstStyle>
            <a:lvl1pPr marL="0" indent="0">
              <a:lnSpc>
                <a:spcPct val="85000"/>
              </a:lnSpc>
              <a:spcAft>
                <a:spcPts val="0"/>
              </a:spcAft>
              <a:buNone/>
              <a:defRPr sz="2160" b="0" i="0">
                <a:solidFill>
                  <a:schemeClr val="tx2"/>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6" name="Title 1">
            <a:extLst>
              <a:ext uri="{FF2B5EF4-FFF2-40B4-BE49-F238E27FC236}">
                <a16:creationId xmlns:a16="http://schemas.microsoft.com/office/drawing/2014/main" id="{43D0B81A-5D69-309E-E503-1D08D0A87E03}"/>
              </a:ext>
            </a:extLst>
          </p:cNvPr>
          <p:cNvSpPr>
            <a:spLocks noGrp="1"/>
          </p:cNvSpPr>
          <p:nvPr>
            <p:ph type="title" hasCustomPrompt="1"/>
          </p:nvPr>
        </p:nvSpPr>
        <p:spPr>
          <a:xfrm>
            <a:off x="648000" y="957056"/>
            <a:ext cx="13320739" cy="420874"/>
          </a:xfrm>
        </p:spPr>
        <p:txBody>
          <a:bodyPr/>
          <a:lstStyle>
            <a:lvl1pPr>
              <a:defRPr b="0" i="0">
                <a:solidFill>
                  <a:schemeClr val="tx1"/>
                </a:solidFill>
                <a:latin typeface="Graphik-Light" panose="020B0403030202060203" pitchFamily="34" charset="0"/>
              </a:defRPr>
            </a:lvl1pPr>
          </a:lstStyle>
          <a:p>
            <a:r>
              <a:rPr lang="en-US"/>
              <a:t>Slide title</a:t>
            </a:r>
            <a:endParaRPr lang="en-AU"/>
          </a:p>
        </p:txBody>
      </p:sp>
      <p:pic>
        <p:nvPicPr>
          <p:cNvPr id="7" name="Graphic 6">
            <a:extLst>
              <a:ext uri="{FF2B5EF4-FFF2-40B4-BE49-F238E27FC236}">
                <a16:creationId xmlns:a16="http://schemas.microsoft.com/office/drawing/2014/main" id="{FEAE7110-57AC-BD69-CCB2-ED5D0265BA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tx1"/>
                </a:solidFill>
              </a:rPr>
              <a:t>Confidential. © e2open, LLC.     </a:t>
            </a:r>
            <a:fld id="{57DD527D-CAE6-8F47-946A-0688FD82CE1E}" type="slidenum">
              <a:rPr lang="en-US" sz="1080" smtClean="0">
                <a:solidFill>
                  <a:schemeClr val="tx1"/>
                </a:solidFill>
              </a:rPr>
              <a:t>‹#›</a:t>
            </a:fld>
            <a:endParaRPr lang="en-US" sz="1080">
              <a:solidFill>
                <a:schemeClr val="tx1"/>
              </a:solidFill>
            </a:endParaRPr>
          </a:p>
        </p:txBody>
      </p:sp>
      <p:sp>
        <p:nvSpPr>
          <p:cNvPr id="4" name="Text Placeholder 3">
            <a:extLst>
              <a:ext uri="{FF2B5EF4-FFF2-40B4-BE49-F238E27FC236}">
                <a16:creationId xmlns:a16="http://schemas.microsoft.com/office/drawing/2014/main" id="{07BA412F-04D9-934F-D202-78B7A2E77139}"/>
              </a:ext>
            </a:extLst>
          </p:cNvPr>
          <p:cNvSpPr>
            <a:spLocks noGrp="1"/>
          </p:cNvSpPr>
          <p:nvPr>
            <p:ph type="body" sz="quarter" idx="14" hasCustomPrompt="1"/>
          </p:nvPr>
        </p:nvSpPr>
        <p:spPr>
          <a:xfrm>
            <a:off x="647700" y="616928"/>
            <a:ext cx="2154556" cy="220980"/>
          </a:xfrm>
        </p:spPr>
        <p:txBody>
          <a:bodyPr/>
          <a:lstStyle>
            <a:lvl1pPr marL="0" indent="0">
              <a:buNone/>
              <a:defRPr sz="1200" b="1" i="0">
                <a:latin typeface="Graphik-Semibold" panose="020B0503030202060203" pitchFamily="34" charset="0"/>
              </a:defRPr>
            </a:lvl1pPr>
          </a:lstStyle>
          <a:p>
            <a:pPr lvl="0"/>
            <a:r>
              <a:rPr lang="en-US"/>
              <a:t>EYEBROW</a:t>
            </a:r>
          </a:p>
        </p:txBody>
      </p:sp>
    </p:spTree>
    <p:extLst>
      <p:ext uri="{BB962C8B-B14F-4D97-AF65-F5344CB8AC3E}">
        <p14:creationId xmlns:p14="http://schemas.microsoft.com/office/powerpoint/2010/main" val="9664619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8_Title, Subhead and Content_HY RESULTS 2021">
    <p:bg>
      <p:bgPr>
        <a:gradFill>
          <a:gsLst>
            <a:gs pos="88000">
              <a:schemeClr val="accent2"/>
            </a:gs>
            <a:gs pos="8000">
              <a:srgbClr val="3D8080"/>
            </a:gs>
          </a:gsLst>
          <a:lin ang="10800000" scaled="0"/>
        </a:gradFill>
        <a:effectLst/>
      </p:bgPr>
    </p:bg>
    <p:spTree>
      <p:nvGrpSpPr>
        <p:cNvPr id="1" name=""/>
        <p:cNvGrpSpPr/>
        <p:nvPr/>
      </p:nvGrpSpPr>
      <p:grpSpPr>
        <a:xfrm>
          <a:off x="0" y="0"/>
          <a:ext cx="0" cy="0"/>
          <a:chOff x="0" y="0"/>
          <a:chExt cx="0" cy="0"/>
        </a:xfrm>
      </p:grpSpPr>
      <p:sp useBgFill="1">
        <p:nvSpPr>
          <p:cNvPr id="5" name="Text Placeholder 6">
            <a:extLst>
              <a:ext uri="{FF2B5EF4-FFF2-40B4-BE49-F238E27FC236}">
                <a16:creationId xmlns:a16="http://schemas.microsoft.com/office/drawing/2014/main" id="{505D886E-1466-AEC5-74A3-8659364F610D}"/>
              </a:ext>
            </a:extLst>
          </p:cNvPr>
          <p:cNvSpPr>
            <a:spLocks noGrp="1"/>
          </p:cNvSpPr>
          <p:nvPr>
            <p:ph type="body" sz="quarter" idx="13" hasCustomPrompt="1"/>
          </p:nvPr>
        </p:nvSpPr>
        <p:spPr>
          <a:xfrm>
            <a:off x="647775" y="3148999"/>
            <a:ext cx="6366755" cy="220980"/>
          </a:xfrm>
        </p:spPr>
        <p:txBody>
          <a:bodyPr>
            <a:noAutofit/>
          </a:bodyPr>
          <a:lstStyle>
            <a:lvl1pPr marL="0" indent="0">
              <a:lnSpc>
                <a:spcPct val="85000"/>
              </a:lnSpc>
              <a:spcAft>
                <a:spcPts val="0"/>
              </a:spcAft>
              <a:buNone/>
              <a:defRPr sz="2160" b="0" i="0">
                <a:solidFill>
                  <a:schemeClr val="bg1"/>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useBgFill="1">
        <p:nvSpPr>
          <p:cNvPr id="6" name="Title 1">
            <a:extLst>
              <a:ext uri="{FF2B5EF4-FFF2-40B4-BE49-F238E27FC236}">
                <a16:creationId xmlns:a16="http://schemas.microsoft.com/office/drawing/2014/main" id="{43D0B81A-5D69-309E-E503-1D08D0A87E03}"/>
              </a:ext>
            </a:extLst>
          </p:cNvPr>
          <p:cNvSpPr>
            <a:spLocks noGrp="1"/>
          </p:cNvSpPr>
          <p:nvPr>
            <p:ph type="title" hasCustomPrompt="1"/>
          </p:nvPr>
        </p:nvSpPr>
        <p:spPr>
          <a:xfrm>
            <a:off x="648001" y="957056"/>
            <a:ext cx="6366755" cy="420874"/>
          </a:xfrm>
        </p:spPr>
        <p:txBody>
          <a:bodyPr/>
          <a:lstStyle>
            <a:lvl1pPr>
              <a:defRPr b="0" i="0">
                <a:solidFill>
                  <a:schemeClr val="bg1"/>
                </a:solidFill>
                <a:latin typeface="Graphik-Light" panose="020B0403030202060203" pitchFamily="34" charset="0"/>
              </a:defRPr>
            </a:lvl1pPr>
          </a:lstStyle>
          <a:p>
            <a:r>
              <a:rPr lang="en-US"/>
              <a:t>Slide title</a:t>
            </a:r>
            <a:endParaRPr lang="en-AU"/>
          </a:p>
        </p:txBody>
      </p:sp>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bg1"/>
                </a:solidFill>
              </a:rPr>
              <a:t>Confidential. © e2open, LLC.     </a:t>
            </a:r>
            <a:fld id="{57DD527D-CAE6-8F47-946A-0688FD82CE1E}" type="slidenum">
              <a:rPr lang="en-US" sz="1080" smtClean="0">
                <a:solidFill>
                  <a:schemeClr val="bg1"/>
                </a:solidFill>
              </a:rPr>
              <a:t>‹#›</a:t>
            </a:fld>
            <a:endParaRPr lang="en-US" sz="1080">
              <a:solidFill>
                <a:schemeClr val="bg1"/>
              </a:solidFill>
            </a:endParaRPr>
          </a:p>
        </p:txBody>
      </p:sp>
      <p:sp useBgFill="1">
        <p:nvSpPr>
          <p:cNvPr id="4" name="Text Placeholder 3">
            <a:extLst>
              <a:ext uri="{FF2B5EF4-FFF2-40B4-BE49-F238E27FC236}">
                <a16:creationId xmlns:a16="http://schemas.microsoft.com/office/drawing/2014/main" id="{07BA412F-04D9-934F-D202-78B7A2E77139}"/>
              </a:ext>
            </a:extLst>
          </p:cNvPr>
          <p:cNvSpPr>
            <a:spLocks noGrp="1"/>
          </p:cNvSpPr>
          <p:nvPr>
            <p:ph type="body" sz="quarter" idx="14" hasCustomPrompt="1"/>
          </p:nvPr>
        </p:nvSpPr>
        <p:spPr>
          <a:xfrm>
            <a:off x="647700" y="616928"/>
            <a:ext cx="2154556" cy="220980"/>
          </a:xfrm>
        </p:spPr>
        <p:txBody>
          <a:bodyPr/>
          <a:lstStyle>
            <a:lvl1pPr marL="0" indent="0">
              <a:buNone/>
              <a:defRPr sz="1200" b="1" i="0">
                <a:solidFill>
                  <a:schemeClr val="bg1"/>
                </a:solidFill>
                <a:latin typeface="Graphik-Semibold" panose="020B0503030202060203" pitchFamily="34" charset="0"/>
              </a:defRPr>
            </a:lvl1pPr>
          </a:lstStyle>
          <a:p>
            <a:pPr lvl="0"/>
            <a:r>
              <a:rPr lang="en-US"/>
              <a:t>EYEBROW</a:t>
            </a:r>
          </a:p>
        </p:txBody>
      </p:sp>
      <p:pic>
        <p:nvPicPr>
          <p:cNvPr id="2" name="Graphic 1">
            <a:extLst>
              <a:ext uri="{FF2B5EF4-FFF2-40B4-BE49-F238E27FC236}">
                <a16:creationId xmlns:a16="http://schemas.microsoft.com/office/drawing/2014/main" id="{E0E5BD53-DE4E-95C8-6199-0DD8EDC727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
        <p:nvSpPr>
          <p:cNvPr id="3" name="Picture Placeholder 14">
            <a:extLst>
              <a:ext uri="{FF2B5EF4-FFF2-40B4-BE49-F238E27FC236}">
                <a16:creationId xmlns:a16="http://schemas.microsoft.com/office/drawing/2014/main" id="{AD04803C-9ED9-EE28-8F5F-E621E0B7A219}"/>
              </a:ext>
            </a:extLst>
          </p:cNvPr>
          <p:cNvSpPr>
            <a:spLocks noGrp="1"/>
          </p:cNvSpPr>
          <p:nvPr>
            <p:ph type="pic" sz="quarter" idx="15"/>
          </p:nvPr>
        </p:nvSpPr>
        <p:spPr>
          <a:xfrm>
            <a:off x="7315200" y="4386306"/>
            <a:ext cx="3444271" cy="410495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7" name="Picture Placeholder 14">
            <a:extLst>
              <a:ext uri="{FF2B5EF4-FFF2-40B4-BE49-F238E27FC236}">
                <a16:creationId xmlns:a16="http://schemas.microsoft.com/office/drawing/2014/main" id="{38C9322A-06EA-B4CA-8886-807B3AC8F7EC}"/>
              </a:ext>
            </a:extLst>
          </p:cNvPr>
          <p:cNvSpPr>
            <a:spLocks noGrp="1"/>
          </p:cNvSpPr>
          <p:nvPr>
            <p:ph type="pic" sz="quarter" idx="16"/>
          </p:nvPr>
        </p:nvSpPr>
        <p:spPr>
          <a:xfrm>
            <a:off x="7315200" y="-455794"/>
            <a:ext cx="3444271" cy="4709863"/>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8" name="Picture Placeholder 14">
            <a:extLst>
              <a:ext uri="{FF2B5EF4-FFF2-40B4-BE49-F238E27FC236}">
                <a16:creationId xmlns:a16="http://schemas.microsoft.com/office/drawing/2014/main" id="{F2DB9371-7CF8-50B2-D9BF-E1F87D3DBB8A}"/>
              </a:ext>
            </a:extLst>
          </p:cNvPr>
          <p:cNvSpPr>
            <a:spLocks noGrp="1"/>
          </p:cNvSpPr>
          <p:nvPr>
            <p:ph type="pic" sz="quarter" idx="17"/>
          </p:nvPr>
        </p:nvSpPr>
        <p:spPr>
          <a:xfrm>
            <a:off x="10884683" y="-455794"/>
            <a:ext cx="3444271" cy="5435755"/>
          </a:xfrm>
          <a:prstGeom prst="roundRect">
            <a:avLst>
              <a:gd name="adj" fmla="val 5557"/>
            </a:avLst>
          </a:prstGeom>
        </p:spPr>
        <p:txBody>
          <a:bodyPr/>
          <a:lstStyle>
            <a:lvl1pPr>
              <a:defRPr b="1" i="0">
                <a:latin typeface="Arial" panose="020B0604020202020204" pitchFamily="34" charset="0"/>
              </a:defRPr>
            </a:lvl1pPr>
          </a:lstStyle>
          <a:p>
            <a:endParaRPr lang="en-US"/>
          </a:p>
        </p:txBody>
      </p:sp>
      <p:sp>
        <p:nvSpPr>
          <p:cNvPr id="9" name="Picture Placeholder 14">
            <a:extLst>
              <a:ext uri="{FF2B5EF4-FFF2-40B4-BE49-F238E27FC236}">
                <a16:creationId xmlns:a16="http://schemas.microsoft.com/office/drawing/2014/main" id="{D2BB1067-2EB4-8DDC-34BC-765193D8004B}"/>
              </a:ext>
            </a:extLst>
          </p:cNvPr>
          <p:cNvSpPr>
            <a:spLocks noGrp="1"/>
          </p:cNvSpPr>
          <p:nvPr>
            <p:ph type="pic" sz="quarter" idx="18"/>
          </p:nvPr>
        </p:nvSpPr>
        <p:spPr>
          <a:xfrm>
            <a:off x="10909765" y="5112200"/>
            <a:ext cx="3444271" cy="3379060"/>
          </a:xfrm>
          <a:prstGeom prst="roundRect">
            <a:avLst>
              <a:gd name="adj" fmla="val 5557"/>
            </a:avLst>
          </a:prstGeom>
        </p:spPr>
        <p:txBody>
          <a:bodyPr/>
          <a:lstStyle>
            <a:lvl1pPr>
              <a:defRPr b="1" i="0">
                <a:latin typeface="Arial" panose="020B0604020202020204" pitchFamily="34" charset="0"/>
              </a:defRPr>
            </a:lvl1pPr>
          </a:lstStyle>
          <a:p>
            <a:endParaRPr lang="en-US"/>
          </a:p>
        </p:txBody>
      </p:sp>
    </p:spTree>
    <p:extLst>
      <p:ext uri="{BB962C8B-B14F-4D97-AF65-F5344CB8AC3E}">
        <p14:creationId xmlns:p14="http://schemas.microsoft.com/office/powerpoint/2010/main" val="18272030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Title, Subhead and Content_HY RESULTS 2021">
    <p:bg>
      <p:bgPr>
        <a:solidFill>
          <a:schemeClr val="accent3"/>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505D886E-1466-AEC5-74A3-8659364F610D}"/>
              </a:ext>
            </a:extLst>
          </p:cNvPr>
          <p:cNvSpPr>
            <a:spLocks noGrp="1"/>
          </p:cNvSpPr>
          <p:nvPr>
            <p:ph type="body" sz="quarter" idx="13" hasCustomPrompt="1"/>
          </p:nvPr>
        </p:nvSpPr>
        <p:spPr>
          <a:xfrm>
            <a:off x="647775" y="1545177"/>
            <a:ext cx="13320739" cy="264179"/>
          </a:xfrm>
        </p:spPr>
        <p:txBody>
          <a:bodyPr>
            <a:noAutofit/>
          </a:bodyPr>
          <a:lstStyle>
            <a:lvl1pPr marL="0" indent="0">
              <a:lnSpc>
                <a:spcPct val="85000"/>
              </a:lnSpc>
              <a:spcAft>
                <a:spcPts val="0"/>
              </a:spcAft>
              <a:buNone/>
              <a:defRPr sz="2160" b="0" i="0">
                <a:solidFill>
                  <a:schemeClr val="bg1"/>
                </a:solidFill>
                <a:latin typeface="Graphik-Light" panose="020B0403030202060203" pitchFamily="34" charset="0"/>
              </a:defRPr>
            </a:lvl1pPr>
            <a:lvl2pPr>
              <a:defRPr sz="1800" b="0"/>
            </a:lvl2pPr>
            <a:lvl3pPr>
              <a:defRPr sz="1800" b="0"/>
            </a:lvl3pPr>
            <a:lvl4pPr>
              <a:defRPr sz="1800" b="0"/>
            </a:lvl4pPr>
            <a:lvl5pPr>
              <a:defRPr sz="1800" b="0"/>
            </a:lvl5pPr>
          </a:lstStyle>
          <a:p>
            <a:pPr lvl="0"/>
            <a:r>
              <a:rPr lang="en-US"/>
              <a:t>Subheading</a:t>
            </a:r>
          </a:p>
        </p:txBody>
      </p:sp>
      <p:sp>
        <p:nvSpPr>
          <p:cNvPr id="6" name="Title 1">
            <a:extLst>
              <a:ext uri="{FF2B5EF4-FFF2-40B4-BE49-F238E27FC236}">
                <a16:creationId xmlns:a16="http://schemas.microsoft.com/office/drawing/2014/main" id="{43D0B81A-5D69-309E-E503-1D08D0A87E03}"/>
              </a:ext>
            </a:extLst>
          </p:cNvPr>
          <p:cNvSpPr>
            <a:spLocks noGrp="1"/>
          </p:cNvSpPr>
          <p:nvPr>
            <p:ph type="title" hasCustomPrompt="1"/>
          </p:nvPr>
        </p:nvSpPr>
        <p:spPr>
          <a:xfrm>
            <a:off x="648000" y="957056"/>
            <a:ext cx="13320739" cy="420874"/>
          </a:xfrm>
        </p:spPr>
        <p:txBody>
          <a:bodyPr/>
          <a:lstStyle>
            <a:lvl1pPr>
              <a:defRPr b="0" i="0">
                <a:solidFill>
                  <a:schemeClr val="bg1"/>
                </a:solidFill>
                <a:latin typeface="Graphik-Light" panose="020B0403030202060203" pitchFamily="34" charset="0"/>
              </a:defRPr>
            </a:lvl1pPr>
          </a:lstStyle>
          <a:p>
            <a:r>
              <a:rPr lang="en-US"/>
              <a:t>Slide title</a:t>
            </a:r>
            <a:endParaRPr lang="en-AU"/>
          </a:p>
        </p:txBody>
      </p:sp>
      <p:sp>
        <p:nvSpPr>
          <p:cNvPr id="10" name="TextBox 9">
            <a:extLst>
              <a:ext uri="{FF2B5EF4-FFF2-40B4-BE49-F238E27FC236}">
                <a16:creationId xmlns:a16="http://schemas.microsoft.com/office/drawing/2014/main" id="{20B85EE5-9D10-2CEC-5528-1E71BB1DD97D}"/>
              </a:ext>
            </a:extLst>
          </p:cNvPr>
          <p:cNvSpPr txBox="1"/>
          <p:nvPr userDrawn="1"/>
        </p:nvSpPr>
        <p:spPr>
          <a:xfrm>
            <a:off x="9846488" y="7555231"/>
            <a:ext cx="4136136" cy="438150"/>
          </a:xfrm>
          <a:prstGeom prst="rect">
            <a:avLst/>
          </a:prstGeom>
          <a:noFill/>
        </p:spPr>
        <p:txBody>
          <a:bodyPr wrap="square" lIns="0" tIns="0" rIns="0" bIns="0" rtlCol="0" anchor="ctr">
            <a:noAutofit/>
          </a:bodyPr>
          <a:lstStyle/>
          <a:p>
            <a:pPr algn="r"/>
            <a:r>
              <a:rPr lang="en-US" sz="1080">
                <a:solidFill>
                  <a:schemeClr val="bg1"/>
                </a:solidFill>
              </a:rPr>
              <a:t>Confidential. © e2open, LLC.     </a:t>
            </a:r>
            <a:fld id="{57DD527D-CAE6-8F47-946A-0688FD82CE1E}" type="slidenum">
              <a:rPr lang="en-US" sz="1080" smtClean="0">
                <a:solidFill>
                  <a:schemeClr val="bg1"/>
                </a:solidFill>
              </a:rPr>
              <a:t>‹#›</a:t>
            </a:fld>
            <a:endParaRPr lang="en-US" sz="1080">
              <a:solidFill>
                <a:schemeClr val="bg1"/>
              </a:solidFill>
            </a:endParaRPr>
          </a:p>
        </p:txBody>
      </p:sp>
      <p:sp>
        <p:nvSpPr>
          <p:cNvPr id="4" name="Text Placeholder 3">
            <a:extLst>
              <a:ext uri="{FF2B5EF4-FFF2-40B4-BE49-F238E27FC236}">
                <a16:creationId xmlns:a16="http://schemas.microsoft.com/office/drawing/2014/main" id="{07BA412F-04D9-934F-D202-78B7A2E77139}"/>
              </a:ext>
            </a:extLst>
          </p:cNvPr>
          <p:cNvSpPr>
            <a:spLocks noGrp="1"/>
          </p:cNvSpPr>
          <p:nvPr>
            <p:ph type="body" sz="quarter" idx="14" hasCustomPrompt="1"/>
          </p:nvPr>
        </p:nvSpPr>
        <p:spPr>
          <a:xfrm>
            <a:off x="647700" y="616928"/>
            <a:ext cx="2154556" cy="220980"/>
          </a:xfrm>
        </p:spPr>
        <p:txBody>
          <a:bodyPr/>
          <a:lstStyle>
            <a:lvl1pPr marL="0" indent="0">
              <a:buNone/>
              <a:defRPr sz="1200" b="1" i="0">
                <a:solidFill>
                  <a:schemeClr val="bg1"/>
                </a:solidFill>
                <a:latin typeface="Graphik-Semibold" panose="020B0503030202060203" pitchFamily="34" charset="0"/>
              </a:defRPr>
            </a:lvl1pPr>
          </a:lstStyle>
          <a:p>
            <a:pPr lvl="0"/>
            <a:r>
              <a:rPr lang="en-US"/>
              <a:t>EYEBROW</a:t>
            </a:r>
          </a:p>
        </p:txBody>
      </p:sp>
      <p:pic>
        <p:nvPicPr>
          <p:cNvPr id="2" name="Graphic 1">
            <a:extLst>
              <a:ext uri="{FF2B5EF4-FFF2-40B4-BE49-F238E27FC236}">
                <a16:creationId xmlns:a16="http://schemas.microsoft.com/office/drawing/2014/main" id="{61C6B6B4-6C5C-B603-20F4-7DA7A0DA1A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7776" y="7441359"/>
            <a:ext cx="1408780" cy="480355"/>
          </a:xfrm>
          <a:prstGeom prst="rect">
            <a:avLst/>
          </a:prstGeom>
        </p:spPr>
      </p:pic>
    </p:spTree>
    <p:extLst>
      <p:ext uri="{BB962C8B-B14F-4D97-AF65-F5344CB8AC3E}">
        <p14:creationId xmlns:p14="http://schemas.microsoft.com/office/powerpoint/2010/main" val="321634471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1_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6864B0B-7BCC-161D-D8E6-6DCE7614148D}"/>
              </a:ext>
            </a:extLst>
          </p:cNvPr>
          <p:cNvSpPr/>
          <p:nvPr/>
        </p:nvSpPr>
        <p:spPr>
          <a:xfrm>
            <a:off x="0" y="0"/>
            <a:ext cx="731520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Poppins" panose="00000500000000000000" pitchFamily="2" charset="0"/>
              <a:cs typeface="Poppins" panose="00000500000000000000" pitchFamily="2" charset="0"/>
            </a:endParaRPr>
          </a:p>
        </p:txBody>
      </p:sp>
      <p:sp>
        <p:nvSpPr>
          <p:cNvPr id="10" name="Rectangle 9">
            <a:extLst>
              <a:ext uri="{FF2B5EF4-FFF2-40B4-BE49-F238E27FC236}">
                <a16:creationId xmlns:a16="http://schemas.microsoft.com/office/drawing/2014/main" id="{65769527-969A-3ED3-A3EF-F4DAB20982C6}"/>
              </a:ext>
            </a:extLst>
          </p:cNvPr>
          <p:cNvSpPr/>
          <p:nvPr/>
        </p:nvSpPr>
        <p:spPr>
          <a:xfrm>
            <a:off x="11594593" y="7485889"/>
            <a:ext cx="2841498" cy="743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9" name="Picture 8" descr="Logo&#10;&#10;Description automatically generated">
            <a:extLst>
              <a:ext uri="{FF2B5EF4-FFF2-40B4-BE49-F238E27FC236}">
                <a16:creationId xmlns:a16="http://schemas.microsoft.com/office/drawing/2014/main" id="{00363459-45A7-FA73-9324-9F7CE22F3B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163550" y="7674425"/>
            <a:ext cx="1097280" cy="281178"/>
          </a:xfrm>
          <a:prstGeom prst="rect">
            <a:avLst/>
          </a:prstGeom>
        </p:spPr>
      </p:pic>
      <p:sp>
        <p:nvSpPr>
          <p:cNvPr id="3" name="Прямоугольник 2">
            <a:extLst>
              <a:ext uri="{FF2B5EF4-FFF2-40B4-BE49-F238E27FC236}">
                <a16:creationId xmlns:a16="http://schemas.microsoft.com/office/drawing/2014/main" id="{56FC926C-52C8-2BD7-3B91-1EFB72203D10}"/>
              </a:ext>
            </a:extLst>
          </p:cNvPr>
          <p:cNvSpPr/>
          <p:nvPr/>
        </p:nvSpPr>
        <p:spPr>
          <a:xfrm>
            <a:off x="0" y="0"/>
            <a:ext cx="14630400"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60"/>
          </a:p>
        </p:txBody>
      </p:sp>
      <p:sp>
        <p:nvSpPr>
          <p:cNvPr id="23" name="Text Placeholder 11">
            <a:extLst>
              <a:ext uri="{FF2B5EF4-FFF2-40B4-BE49-F238E27FC236}">
                <a16:creationId xmlns:a16="http://schemas.microsoft.com/office/drawing/2014/main" id="{D7BE490F-9210-47DF-CA22-8F4482FBEF2F}"/>
              </a:ext>
            </a:extLst>
          </p:cNvPr>
          <p:cNvSpPr>
            <a:spLocks noGrp="1"/>
          </p:cNvSpPr>
          <p:nvPr>
            <p:ph type="body" sz="quarter" idx="11" hasCustomPrompt="1"/>
          </p:nvPr>
        </p:nvSpPr>
        <p:spPr>
          <a:xfrm>
            <a:off x="832974" y="3589020"/>
            <a:ext cx="4929976" cy="3352800"/>
          </a:xfrm>
        </p:spPr>
        <p:txBody>
          <a:bodyPr/>
          <a:lstStyle>
            <a:lvl1pPr marL="0" indent="0">
              <a:buNone/>
              <a:defRPr sz="5280">
                <a:solidFill>
                  <a:schemeClr val="bg1"/>
                </a:solidFill>
              </a:defRPr>
            </a:lvl1pPr>
            <a:lvl2pPr marL="360046" indent="0">
              <a:buNone/>
              <a:defRPr/>
            </a:lvl2pPr>
            <a:lvl3pPr marL="626744" indent="0">
              <a:buNone/>
              <a:defRPr/>
            </a:lvl3pPr>
            <a:lvl4pPr marL="975360" indent="0">
              <a:buNone/>
              <a:defRPr/>
            </a:lvl4pPr>
            <a:lvl5pPr marL="1242060" indent="0">
              <a:buNone/>
              <a:defRPr/>
            </a:lvl5pPr>
          </a:lstStyle>
          <a:p>
            <a:pPr lvl="0"/>
            <a:r>
              <a:rPr lang="en-US"/>
              <a:t>Agenda</a:t>
            </a:r>
          </a:p>
        </p:txBody>
      </p:sp>
      <p:sp>
        <p:nvSpPr>
          <p:cNvPr id="24" name="Text Placeholder 13">
            <a:extLst>
              <a:ext uri="{FF2B5EF4-FFF2-40B4-BE49-F238E27FC236}">
                <a16:creationId xmlns:a16="http://schemas.microsoft.com/office/drawing/2014/main" id="{84E10864-D5FA-8F2D-8BE2-5AA4CFAE4F5E}"/>
              </a:ext>
            </a:extLst>
          </p:cNvPr>
          <p:cNvSpPr>
            <a:spLocks noGrp="1"/>
          </p:cNvSpPr>
          <p:nvPr>
            <p:ph type="body" sz="quarter" idx="12" hasCustomPrompt="1"/>
          </p:nvPr>
        </p:nvSpPr>
        <p:spPr>
          <a:xfrm>
            <a:off x="832974" y="3060574"/>
            <a:ext cx="4929976" cy="316230"/>
          </a:xfrm>
        </p:spPr>
        <p:txBody>
          <a:bodyPr/>
          <a:lstStyle>
            <a:lvl1pPr marL="0" indent="0">
              <a:buFontTx/>
              <a:buNone/>
              <a:defRPr sz="1440">
                <a:solidFill>
                  <a:srgbClr val="97BABA"/>
                </a:solidFill>
              </a:defRPr>
            </a:lvl1pPr>
            <a:lvl2pPr marL="360046" indent="0">
              <a:buFontTx/>
              <a:buNone/>
              <a:defRPr sz="1440"/>
            </a:lvl2pPr>
            <a:lvl3pPr marL="626744" indent="0">
              <a:buFontTx/>
              <a:buNone/>
              <a:defRPr sz="1440"/>
            </a:lvl3pPr>
            <a:lvl4pPr marL="975360" indent="0">
              <a:buFontTx/>
              <a:buNone/>
              <a:defRPr sz="1440"/>
            </a:lvl4pPr>
            <a:lvl5pPr marL="1242060" indent="0">
              <a:buFontTx/>
              <a:buNone/>
              <a:defRPr sz="1440"/>
            </a:lvl5pPr>
          </a:lstStyle>
          <a:p>
            <a:r>
              <a:rPr lang="en-US"/>
              <a:t>TOPIC HERE</a:t>
            </a:r>
          </a:p>
        </p:txBody>
      </p:sp>
      <p:pic>
        <p:nvPicPr>
          <p:cNvPr id="31" name="Picture 30" descr="A picture containing text, clipart&#10;&#10;Description automatically generated">
            <a:extLst>
              <a:ext uri="{FF2B5EF4-FFF2-40B4-BE49-F238E27FC236}">
                <a16:creationId xmlns:a16="http://schemas.microsoft.com/office/drawing/2014/main" id="{C9F47D5D-E8CE-55F3-9D65-515F6A9242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7175" y="7666810"/>
            <a:ext cx="1108746" cy="284116"/>
          </a:xfrm>
          <a:prstGeom prst="rect">
            <a:avLst/>
          </a:prstGeom>
        </p:spPr>
      </p:pic>
      <p:sp>
        <p:nvSpPr>
          <p:cNvPr id="4" name="Rectangle 6">
            <a:extLst>
              <a:ext uri="{FF2B5EF4-FFF2-40B4-BE49-F238E27FC236}">
                <a16:creationId xmlns:a16="http://schemas.microsoft.com/office/drawing/2014/main" id="{B3066091-3ACA-83B0-88E1-D9753CA18D55}"/>
              </a:ext>
            </a:extLst>
          </p:cNvPr>
          <p:cNvSpPr/>
          <p:nvPr userDrawn="1"/>
        </p:nvSpPr>
        <p:spPr>
          <a:xfrm>
            <a:off x="0" y="0"/>
            <a:ext cx="731520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latin typeface="Poppins" panose="00000500000000000000" pitchFamily="2" charset="0"/>
              <a:cs typeface="Poppins" panose="00000500000000000000" pitchFamily="2" charset="0"/>
            </a:endParaRPr>
          </a:p>
        </p:txBody>
      </p:sp>
      <p:sp>
        <p:nvSpPr>
          <p:cNvPr id="5" name="Rectangle 4">
            <a:extLst>
              <a:ext uri="{FF2B5EF4-FFF2-40B4-BE49-F238E27FC236}">
                <a16:creationId xmlns:a16="http://schemas.microsoft.com/office/drawing/2014/main" id="{960C4417-C28B-3B04-E9E7-FE127AF0652D}"/>
              </a:ext>
            </a:extLst>
          </p:cNvPr>
          <p:cNvSpPr/>
          <p:nvPr userDrawn="1"/>
        </p:nvSpPr>
        <p:spPr>
          <a:xfrm>
            <a:off x="11594593" y="7485889"/>
            <a:ext cx="2841498" cy="743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pic>
        <p:nvPicPr>
          <p:cNvPr id="6" name="Picture 5" descr="Logo&#10;&#10;Description automatically generated">
            <a:extLst>
              <a:ext uri="{FF2B5EF4-FFF2-40B4-BE49-F238E27FC236}">
                <a16:creationId xmlns:a16="http://schemas.microsoft.com/office/drawing/2014/main" id="{8A432A0C-BD70-5C37-1D23-2B75C4F61D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63550" y="7674425"/>
            <a:ext cx="1097280" cy="281178"/>
          </a:xfrm>
          <a:prstGeom prst="rect">
            <a:avLst/>
          </a:prstGeom>
        </p:spPr>
      </p:pic>
      <p:sp>
        <p:nvSpPr>
          <p:cNvPr id="7" name="Прямоугольник 2">
            <a:extLst>
              <a:ext uri="{FF2B5EF4-FFF2-40B4-BE49-F238E27FC236}">
                <a16:creationId xmlns:a16="http://schemas.microsoft.com/office/drawing/2014/main" id="{C9DA1867-5C11-2023-2D96-4C51AE6EB9CE}"/>
              </a:ext>
            </a:extLst>
          </p:cNvPr>
          <p:cNvSpPr/>
          <p:nvPr userDrawn="1"/>
        </p:nvSpPr>
        <p:spPr>
          <a:xfrm>
            <a:off x="0" y="0"/>
            <a:ext cx="14630400"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160"/>
          </a:p>
        </p:txBody>
      </p:sp>
      <p:pic>
        <p:nvPicPr>
          <p:cNvPr id="11" name="Picture 10" descr="A black and white logo&#10;&#10;AI-generated content may be incorrect.">
            <a:extLst>
              <a:ext uri="{FF2B5EF4-FFF2-40B4-BE49-F238E27FC236}">
                <a16:creationId xmlns:a16="http://schemas.microsoft.com/office/drawing/2014/main" id="{0C507D47-6867-742D-4A3A-27813A7DC962}"/>
              </a:ext>
            </a:extLst>
          </p:cNvPr>
          <p:cNvPicPr>
            <a:picLocks noChangeAspect="1"/>
          </p:cNvPicPr>
          <p:nvPr userDrawn="1"/>
        </p:nvPicPr>
        <p:blipFill>
          <a:blip r:embed="rId4"/>
          <a:stretch>
            <a:fillRect/>
          </a:stretch>
        </p:blipFill>
        <p:spPr>
          <a:xfrm>
            <a:off x="556564" y="7584814"/>
            <a:ext cx="1081994" cy="369488"/>
          </a:xfrm>
          <a:prstGeom prst="rect">
            <a:avLst/>
          </a:prstGeom>
        </p:spPr>
      </p:pic>
    </p:spTree>
    <p:extLst>
      <p:ext uri="{BB962C8B-B14F-4D97-AF65-F5344CB8AC3E}">
        <p14:creationId xmlns:p14="http://schemas.microsoft.com/office/powerpoint/2010/main" val="14035547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9_Feature-1">
    <p:bg>
      <p:bgPr>
        <a:solidFill>
          <a:schemeClr val="bg1"/>
        </a:solidFill>
        <a:effectLst/>
      </p:bgPr>
    </p:bg>
    <p:spTree>
      <p:nvGrpSpPr>
        <p:cNvPr id="1" name=""/>
        <p:cNvGrpSpPr/>
        <p:nvPr/>
      </p:nvGrpSpPr>
      <p:grpSpPr>
        <a:xfrm>
          <a:off x="0" y="0"/>
          <a:ext cx="0" cy="0"/>
          <a:chOff x="0" y="0"/>
          <a:chExt cx="0" cy="0"/>
        </a:xfrm>
      </p:grpSpPr>
      <p:pic>
        <p:nvPicPr>
          <p:cNvPr id="16" name="Picture 15" descr="A blue and white background&#10;&#10;AI-generated content may be incorrect.">
            <a:extLst>
              <a:ext uri="{FF2B5EF4-FFF2-40B4-BE49-F238E27FC236}">
                <a16:creationId xmlns:a16="http://schemas.microsoft.com/office/drawing/2014/main" id="{F7AF52BA-F430-2EFB-E436-0404830175DD}"/>
              </a:ext>
            </a:extLst>
          </p:cNvPr>
          <p:cNvPicPr>
            <a:picLocks noChangeAspect="1"/>
          </p:cNvPicPr>
          <p:nvPr userDrawn="1"/>
        </p:nvPicPr>
        <p:blipFill>
          <a:blip r:embed="rId2"/>
          <a:stretch>
            <a:fillRect/>
          </a:stretch>
        </p:blipFill>
        <p:spPr>
          <a:xfrm>
            <a:off x="2962" y="0"/>
            <a:ext cx="14624479" cy="8229600"/>
          </a:xfrm>
          <a:prstGeom prst="rect">
            <a:avLst/>
          </a:prstGeom>
        </p:spPr>
      </p:pic>
      <p:sp>
        <p:nvSpPr>
          <p:cNvPr id="5" name="Прямоугольник 4">
            <a:extLst>
              <a:ext uri="{FF2B5EF4-FFF2-40B4-BE49-F238E27FC236}">
                <a16:creationId xmlns:a16="http://schemas.microsoft.com/office/drawing/2014/main" id="{17615FB5-4725-76B1-16EA-E4049B606559}"/>
              </a:ext>
            </a:extLst>
          </p:cNvPr>
          <p:cNvSpPr/>
          <p:nvPr userDrawn="1"/>
        </p:nvSpPr>
        <p:spPr>
          <a:xfrm rot="10800000">
            <a:off x="-34289" y="-1"/>
            <a:ext cx="14664690" cy="8229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ru-RU" sz="3822"/>
          </a:p>
        </p:txBody>
      </p:sp>
      <p:sp>
        <p:nvSpPr>
          <p:cNvPr id="3" name="Rounded Rectangle 2">
            <a:extLst>
              <a:ext uri="{FF2B5EF4-FFF2-40B4-BE49-F238E27FC236}">
                <a16:creationId xmlns:a16="http://schemas.microsoft.com/office/drawing/2014/main" id="{98D549F5-B2DA-D3BE-2223-CE38A8BD1F2C}"/>
              </a:ext>
            </a:extLst>
          </p:cNvPr>
          <p:cNvSpPr/>
          <p:nvPr userDrawn="1"/>
        </p:nvSpPr>
        <p:spPr>
          <a:xfrm>
            <a:off x="233681" y="300584"/>
            <a:ext cx="14163040" cy="7659973"/>
          </a:xfrm>
          <a:prstGeom prst="roundRect">
            <a:avLst>
              <a:gd name="adj" fmla="val 30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1094670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3.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918FD-35AF-16BA-6298-EFFC60D4A5BE}"/>
              </a:ext>
            </a:extLst>
          </p:cNvPr>
          <p:cNvSpPr>
            <a:spLocks noGrp="1"/>
          </p:cNvSpPr>
          <p:nvPr>
            <p:ph type="title"/>
          </p:nvPr>
        </p:nvSpPr>
        <p:spPr>
          <a:xfrm>
            <a:off x="548640" y="163831"/>
            <a:ext cx="13533120" cy="1664970"/>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B05B1473-C317-0F97-31E1-6318552DDAD3}"/>
              </a:ext>
            </a:extLst>
          </p:cNvPr>
          <p:cNvSpPr>
            <a:spLocks noGrp="1"/>
          </p:cNvSpPr>
          <p:nvPr>
            <p:ph type="body" idx="1"/>
          </p:nvPr>
        </p:nvSpPr>
        <p:spPr>
          <a:xfrm>
            <a:off x="548640" y="1828800"/>
            <a:ext cx="13525500" cy="558355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black and white logo&#10;&#10;AI-generated content may be incorrect.">
            <a:extLst>
              <a:ext uri="{FF2B5EF4-FFF2-40B4-BE49-F238E27FC236}">
                <a16:creationId xmlns:a16="http://schemas.microsoft.com/office/drawing/2014/main" id="{2AEF198A-F78D-79AD-F2D9-F08F3FF9735D}"/>
              </a:ext>
            </a:extLst>
          </p:cNvPr>
          <p:cNvPicPr>
            <a:picLocks noChangeAspect="1"/>
          </p:cNvPicPr>
          <p:nvPr userDrawn="1"/>
        </p:nvPicPr>
        <p:blipFill>
          <a:blip r:embed="rId17"/>
          <a:stretch>
            <a:fillRect/>
          </a:stretch>
        </p:blipFill>
        <p:spPr>
          <a:xfrm>
            <a:off x="548640" y="7583876"/>
            <a:ext cx="1161826" cy="396957"/>
          </a:xfrm>
          <a:prstGeom prst="rect">
            <a:avLst/>
          </a:prstGeom>
        </p:spPr>
      </p:pic>
    </p:spTree>
    <p:extLst>
      <p:ext uri="{BB962C8B-B14F-4D97-AF65-F5344CB8AC3E}">
        <p14:creationId xmlns:p14="http://schemas.microsoft.com/office/powerpoint/2010/main" val="3286428414"/>
      </p:ext>
    </p:extLst>
  </p:cSld>
  <p:clrMap bg1="lt1" tx1="dk1" bg2="lt2" tx2="dk2" accent1="accent1" accent2="accent2" accent3="accent3" accent4="accent4" accent5="accent5" accent6="accent6" hlink="hlink" folHlink="folHlink"/>
  <p:sldLayoutIdLst>
    <p:sldLayoutId id="2147484058" r:id="rId1"/>
    <p:sldLayoutId id="2147484100" r:id="rId2"/>
    <p:sldLayoutId id="2147484062" r:id="rId3"/>
    <p:sldLayoutId id="2147484063" r:id="rId4"/>
    <p:sldLayoutId id="2147484065" r:id="rId5"/>
    <p:sldLayoutId id="2147484067" r:id="rId6"/>
    <p:sldLayoutId id="2147484068" r:id="rId7"/>
    <p:sldLayoutId id="2147484071" r:id="rId8"/>
    <p:sldLayoutId id="2147484072" r:id="rId9"/>
    <p:sldLayoutId id="2147484075" r:id="rId10"/>
    <p:sldLayoutId id="2147484076" r:id="rId11"/>
    <p:sldLayoutId id="2147484089" r:id="rId12"/>
    <p:sldLayoutId id="2147484109" r:id="rId13"/>
    <p:sldLayoutId id="2147484111" r:id="rId14"/>
    <p:sldLayoutId id="2147484112" r:id="rId15"/>
  </p:sldLayoutIdLst>
  <p:hf hdr="0" ftr="0" dt="0"/>
  <p:txStyles>
    <p:titleStyle>
      <a:lvl1pPr algn="l" defTabSz="1097280" rtl="0" eaLnBrk="1" latinLnBrk="0" hangingPunct="1">
        <a:lnSpc>
          <a:spcPct val="90000"/>
        </a:lnSpc>
        <a:spcBef>
          <a:spcPct val="0"/>
        </a:spcBef>
        <a:buNone/>
        <a:defRPr sz="3360" kern="1200">
          <a:solidFill>
            <a:schemeClr val="tx1"/>
          </a:solidFill>
          <a:latin typeface="+mj-lt"/>
          <a:ea typeface="+mj-ea"/>
          <a:cs typeface="+mj-cs"/>
        </a:defRPr>
      </a:lvl1pPr>
    </p:titleStyle>
    <p:bodyStyle>
      <a:lvl1pPr marL="274320" indent="-274320" algn="l" defTabSz="1097280" rtl="0" eaLnBrk="1" latinLnBrk="0" hangingPunct="1">
        <a:lnSpc>
          <a:spcPct val="114000"/>
        </a:lnSpc>
        <a:spcBef>
          <a:spcPts val="1080"/>
        </a:spcBef>
        <a:buFont typeface="Arial" panose="020B0604020202020204" pitchFamily="34" charset="0"/>
        <a:buChar char="•"/>
        <a:defRPr sz="2160" kern="1200">
          <a:solidFill>
            <a:schemeClr val="tx1"/>
          </a:solidFill>
          <a:latin typeface="+mn-lt"/>
          <a:ea typeface="+mn-ea"/>
          <a:cs typeface="+mn-cs"/>
        </a:defRPr>
      </a:lvl1pPr>
      <a:lvl2pPr marL="626746" indent="-266700" algn="l" defTabSz="1097280" rtl="0" eaLnBrk="1" latinLnBrk="0" hangingPunct="1">
        <a:lnSpc>
          <a:spcPct val="114000"/>
        </a:lnSpc>
        <a:spcBef>
          <a:spcPts val="1080"/>
        </a:spcBef>
        <a:buFont typeface="System Font Regular"/>
        <a:buChar char="–"/>
        <a:tabLst/>
        <a:defRPr sz="1920" kern="1200">
          <a:solidFill>
            <a:schemeClr val="tx1"/>
          </a:solidFill>
          <a:latin typeface="+mn-lt"/>
          <a:ea typeface="+mn-ea"/>
          <a:cs typeface="+mn-cs"/>
        </a:defRPr>
      </a:lvl2pPr>
      <a:lvl3pPr marL="895350" indent="-268606" algn="l" defTabSz="1097280" rtl="0" eaLnBrk="1" latinLnBrk="0" hangingPunct="1">
        <a:lnSpc>
          <a:spcPct val="114000"/>
        </a:lnSpc>
        <a:spcBef>
          <a:spcPts val="1080"/>
        </a:spcBef>
        <a:buFont typeface="Arial" panose="020B0604020202020204" pitchFamily="34" charset="0"/>
        <a:buChar char="•"/>
        <a:tabLst/>
        <a:defRPr sz="1920" kern="1200">
          <a:solidFill>
            <a:schemeClr val="tx1"/>
          </a:solidFill>
          <a:latin typeface="+mn-lt"/>
          <a:ea typeface="+mn-ea"/>
          <a:cs typeface="+mn-cs"/>
        </a:defRPr>
      </a:lvl3pPr>
      <a:lvl4pPr marL="1242060" indent="-266700" algn="l" defTabSz="1097280" rtl="0" eaLnBrk="1" latinLnBrk="0" hangingPunct="1">
        <a:lnSpc>
          <a:spcPct val="114000"/>
        </a:lnSpc>
        <a:spcBef>
          <a:spcPts val="1080"/>
        </a:spcBef>
        <a:buFont typeface="Arial" panose="020B0604020202020204" pitchFamily="34" charset="0"/>
        <a:buChar char="•"/>
        <a:tabLst/>
        <a:defRPr sz="1920" kern="1200">
          <a:solidFill>
            <a:schemeClr val="tx1"/>
          </a:solidFill>
          <a:latin typeface="+mn-lt"/>
          <a:ea typeface="+mn-ea"/>
          <a:cs typeface="+mn-cs"/>
        </a:defRPr>
      </a:lvl4pPr>
      <a:lvl5pPr marL="1508760" indent="-266700" algn="l" defTabSz="1097280" rtl="0" eaLnBrk="1" latinLnBrk="0" hangingPunct="1">
        <a:lnSpc>
          <a:spcPct val="114000"/>
        </a:lnSpc>
        <a:spcBef>
          <a:spcPts val="1080"/>
        </a:spcBef>
        <a:buFont typeface="Arial" panose="020B0604020202020204" pitchFamily="34" charset="0"/>
        <a:buChar char="•"/>
        <a:tabLst/>
        <a:defRPr sz="192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679">
          <p15:clr>
            <a:srgbClr val="F26B43"/>
          </p15:clr>
        </p15:guide>
        <p15:guide id="5" pos="893">
          <p15:clr>
            <a:srgbClr val="F26B43"/>
          </p15:clr>
        </p15:guide>
        <p15:guide id="6" pos="1290">
          <p15:clr>
            <a:srgbClr val="F26B43"/>
          </p15:clr>
        </p15:guide>
        <p15:guide id="7" pos="1508">
          <p15:clr>
            <a:srgbClr val="F26B43"/>
          </p15:clr>
        </p15:guide>
        <p15:guide id="8" pos="1901">
          <p15:clr>
            <a:srgbClr val="F26B43"/>
          </p15:clr>
        </p15:guide>
        <p15:guide id="9" pos="2116">
          <p15:clr>
            <a:srgbClr val="F26B43"/>
          </p15:clr>
        </p15:guide>
        <p15:guide id="10" pos="2510">
          <p15:clr>
            <a:srgbClr val="F26B43"/>
          </p15:clr>
        </p15:guide>
        <p15:guide id="11" pos="2727">
          <p15:clr>
            <a:srgbClr val="F26B43"/>
          </p15:clr>
        </p15:guide>
        <p15:guide id="12" pos="3121">
          <p15:clr>
            <a:srgbClr val="F26B43"/>
          </p15:clr>
        </p15:guide>
        <p15:guide id="13" pos="3338">
          <p15:clr>
            <a:srgbClr val="F26B43"/>
          </p15:clr>
        </p15:guide>
        <p15:guide id="14" pos="3729">
          <p15:clr>
            <a:srgbClr val="F26B43"/>
          </p15:clr>
        </p15:guide>
        <p15:guide id="15" pos="3947">
          <p15:clr>
            <a:srgbClr val="F26B43"/>
          </p15:clr>
        </p15:guide>
        <p15:guide id="16" pos="4341">
          <p15:clr>
            <a:srgbClr val="F26B43"/>
          </p15:clr>
        </p15:guide>
        <p15:guide id="17" pos="4555">
          <p15:clr>
            <a:srgbClr val="F26B43"/>
          </p15:clr>
        </p15:guide>
        <p15:guide id="18" pos="4952">
          <p15:clr>
            <a:srgbClr val="F26B43"/>
          </p15:clr>
        </p15:guide>
        <p15:guide id="19" pos="5166">
          <p15:clr>
            <a:srgbClr val="F26B43"/>
          </p15:clr>
        </p15:guide>
        <p15:guide id="20" pos="5557">
          <p15:clr>
            <a:srgbClr val="F26B43"/>
          </p15:clr>
        </p15:guide>
        <p15:guide id="21" pos="5775">
          <p15:clr>
            <a:srgbClr val="F26B43"/>
          </p15:clr>
        </p15:guide>
        <p15:guide id="22" pos="6171">
          <p15:clr>
            <a:srgbClr val="F26B43"/>
          </p15:clr>
        </p15:guide>
        <p15:guide id="23" pos="6386">
          <p15:clr>
            <a:srgbClr val="F26B43"/>
          </p15:clr>
        </p15:guide>
        <p15:guide id="24" pos="6780">
          <p15:clr>
            <a:srgbClr val="F26B43"/>
          </p15:clr>
        </p15:guide>
        <p15:guide id="25" pos="6997">
          <p15:clr>
            <a:srgbClr val="F26B43"/>
          </p15:clr>
        </p15:guide>
        <p15:guide id="26" pos="7388">
          <p15:clr>
            <a:srgbClr val="F26B43"/>
          </p15:clr>
        </p15:guide>
        <p15:guide id="27" orient="horz" pos="288">
          <p15:clr>
            <a:srgbClr val="F26B43"/>
          </p15:clr>
        </p15:guide>
        <p15:guide id="28" orient="horz" pos="960">
          <p15:clr>
            <a:srgbClr val="F26B43"/>
          </p15:clr>
        </p15:guide>
        <p15:guide id="29" orient="horz" pos="38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918FD-35AF-16BA-6298-EFFC60D4A5BE}"/>
              </a:ext>
            </a:extLst>
          </p:cNvPr>
          <p:cNvSpPr>
            <a:spLocks noGrp="1"/>
          </p:cNvSpPr>
          <p:nvPr>
            <p:ph type="title"/>
          </p:nvPr>
        </p:nvSpPr>
        <p:spPr>
          <a:xfrm>
            <a:off x="548640" y="163831"/>
            <a:ext cx="13533120" cy="1207769"/>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B05B1473-C317-0F97-31E1-6318552DDAD3}"/>
              </a:ext>
            </a:extLst>
          </p:cNvPr>
          <p:cNvSpPr>
            <a:spLocks noGrp="1"/>
          </p:cNvSpPr>
          <p:nvPr>
            <p:ph type="body" idx="1"/>
          </p:nvPr>
        </p:nvSpPr>
        <p:spPr>
          <a:xfrm>
            <a:off x="548640" y="1371600"/>
            <a:ext cx="13525500" cy="604075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1811900"/>
      </p:ext>
    </p:extLst>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Lst>
  <p:hf hdr="0" ftr="0" dt="0"/>
  <p:txStyles>
    <p:titleStyle>
      <a:lvl1pPr algn="l" defTabSz="1097280" rtl="0" eaLnBrk="1" latinLnBrk="0" hangingPunct="1">
        <a:lnSpc>
          <a:spcPct val="90000"/>
        </a:lnSpc>
        <a:spcBef>
          <a:spcPct val="0"/>
        </a:spcBef>
        <a:buNone/>
        <a:defRPr sz="3600" b="0" i="0" kern="1200">
          <a:solidFill>
            <a:schemeClr val="tx1"/>
          </a:solidFill>
          <a:latin typeface="Arial" panose="020B0604020202020204" pitchFamily="34" charset="0"/>
          <a:ea typeface="+mj-ea"/>
          <a:cs typeface="+mj-cs"/>
        </a:defRPr>
      </a:lvl1pPr>
    </p:titleStyle>
    <p:bodyStyle>
      <a:lvl1pPr marL="274320" indent="-274320" algn="l" defTabSz="1097280" rtl="0" eaLnBrk="1" latinLnBrk="0" hangingPunct="1">
        <a:lnSpc>
          <a:spcPct val="114000"/>
        </a:lnSpc>
        <a:spcBef>
          <a:spcPts val="1080"/>
        </a:spcBef>
        <a:buFont typeface="Arial" panose="020B0604020202020204" pitchFamily="34" charset="0"/>
        <a:buChar char="•"/>
        <a:defRPr sz="2400" b="1" i="0" kern="1200">
          <a:solidFill>
            <a:schemeClr val="tx1"/>
          </a:solidFill>
          <a:latin typeface="Arial" panose="020B0604020202020204" pitchFamily="34" charset="0"/>
          <a:ea typeface="+mn-ea"/>
          <a:cs typeface="+mn-cs"/>
        </a:defRPr>
      </a:lvl1pPr>
      <a:lvl2pPr marL="626746" indent="-266700" algn="l" defTabSz="1097280" rtl="0" eaLnBrk="1" latinLnBrk="0" hangingPunct="1">
        <a:lnSpc>
          <a:spcPct val="114000"/>
        </a:lnSpc>
        <a:spcBef>
          <a:spcPts val="1080"/>
        </a:spcBef>
        <a:buFont typeface="System Font Regular"/>
        <a:buChar char="–"/>
        <a:tabLst/>
        <a:defRPr sz="2160" b="1" i="0" kern="1200">
          <a:solidFill>
            <a:schemeClr val="tx1"/>
          </a:solidFill>
          <a:latin typeface="Arial" panose="020B0604020202020204" pitchFamily="34" charset="0"/>
          <a:ea typeface="+mn-ea"/>
          <a:cs typeface="+mn-cs"/>
        </a:defRPr>
      </a:lvl2pPr>
      <a:lvl3pPr marL="895350" indent="-268606" algn="l" defTabSz="1097280" rtl="0" eaLnBrk="1" latinLnBrk="0" hangingPunct="1">
        <a:lnSpc>
          <a:spcPct val="114000"/>
        </a:lnSpc>
        <a:spcBef>
          <a:spcPts val="1080"/>
        </a:spcBef>
        <a:buFont typeface="Arial" panose="020B0604020202020204" pitchFamily="34" charset="0"/>
        <a:buChar char="•"/>
        <a:tabLst/>
        <a:defRPr sz="2160" b="1" i="0" kern="1200">
          <a:solidFill>
            <a:schemeClr val="tx1"/>
          </a:solidFill>
          <a:latin typeface="Arial" panose="020B0604020202020204" pitchFamily="34" charset="0"/>
          <a:ea typeface="+mn-ea"/>
          <a:cs typeface="+mn-cs"/>
        </a:defRPr>
      </a:lvl3pPr>
      <a:lvl4pPr marL="1242060" indent="-266700" algn="l" defTabSz="1097280" rtl="0" eaLnBrk="1" latinLnBrk="0" hangingPunct="1">
        <a:lnSpc>
          <a:spcPct val="114000"/>
        </a:lnSpc>
        <a:spcBef>
          <a:spcPts val="1080"/>
        </a:spcBef>
        <a:buFont typeface="Arial" panose="020B0604020202020204" pitchFamily="34" charset="0"/>
        <a:buChar char="•"/>
        <a:tabLst/>
        <a:defRPr sz="2160" b="1" i="0" kern="1200">
          <a:solidFill>
            <a:schemeClr val="tx1"/>
          </a:solidFill>
          <a:latin typeface="Arial" panose="020B0604020202020204" pitchFamily="34" charset="0"/>
          <a:ea typeface="+mn-ea"/>
          <a:cs typeface="+mn-cs"/>
        </a:defRPr>
      </a:lvl4pPr>
      <a:lvl5pPr marL="1508760" indent="-266700" algn="l" defTabSz="1097280" rtl="0" eaLnBrk="1" latinLnBrk="0" hangingPunct="1">
        <a:lnSpc>
          <a:spcPct val="114000"/>
        </a:lnSpc>
        <a:spcBef>
          <a:spcPts val="1080"/>
        </a:spcBef>
        <a:buFont typeface="Arial" panose="020B0604020202020204" pitchFamily="34" charset="0"/>
        <a:buChar char="•"/>
        <a:tabLst/>
        <a:defRPr sz="2160" b="1" i="0" kern="1200">
          <a:solidFill>
            <a:schemeClr val="tx1"/>
          </a:solidFill>
          <a:latin typeface="Arial" panose="020B0604020202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679">
          <p15:clr>
            <a:srgbClr val="F26B43"/>
          </p15:clr>
        </p15:guide>
        <p15:guide id="5" pos="893">
          <p15:clr>
            <a:srgbClr val="F26B43"/>
          </p15:clr>
        </p15:guide>
        <p15:guide id="6" pos="1290">
          <p15:clr>
            <a:srgbClr val="F26B43"/>
          </p15:clr>
        </p15:guide>
        <p15:guide id="7" pos="1508">
          <p15:clr>
            <a:srgbClr val="F26B43"/>
          </p15:clr>
        </p15:guide>
        <p15:guide id="8" pos="1901">
          <p15:clr>
            <a:srgbClr val="F26B43"/>
          </p15:clr>
        </p15:guide>
        <p15:guide id="9" pos="2116">
          <p15:clr>
            <a:srgbClr val="F26B43"/>
          </p15:clr>
        </p15:guide>
        <p15:guide id="10" pos="2510">
          <p15:clr>
            <a:srgbClr val="F26B43"/>
          </p15:clr>
        </p15:guide>
        <p15:guide id="11" pos="2727">
          <p15:clr>
            <a:srgbClr val="F26B43"/>
          </p15:clr>
        </p15:guide>
        <p15:guide id="12" pos="3121">
          <p15:clr>
            <a:srgbClr val="F26B43"/>
          </p15:clr>
        </p15:guide>
        <p15:guide id="13" pos="3338">
          <p15:clr>
            <a:srgbClr val="F26B43"/>
          </p15:clr>
        </p15:guide>
        <p15:guide id="14" pos="3729">
          <p15:clr>
            <a:srgbClr val="F26B43"/>
          </p15:clr>
        </p15:guide>
        <p15:guide id="15" pos="3947">
          <p15:clr>
            <a:srgbClr val="F26B43"/>
          </p15:clr>
        </p15:guide>
        <p15:guide id="16" pos="4341">
          <p15:clr>
            <a:srgbClr val="F26B43"/>
          </p15:clr>
        </p15:guide>
        <p15:guide id="17" pos="4555">
          <p15:clr>
            <a:srgbClr val="F26B43"/>
          </p15:clr>
        </p15:guide>
        <p15:guide id="18" pos="4952">
          <p15:clr>
            <a:srgbClr val="F26B43"/>
          </p15:clr>
        </p15:guide>
        <p15:guide id="19" pos="5166">
          <p15:clr>
            <a:srgbClr val="F26B43"/>
          </p15:clr>
        </p15:guide>
        <p15:guide id="20" pos="5557">
          <p15:clr>
            <a:srgbClr val="F26B43"/>
          </p15:clr>
        </p15:guide>
        <p15:guide id="21" pos="5775">
          <p15:clr>
            <a:srgbClr val="F26B43"/>
          </p15:clr>
        </p15:guide>
        <p15:guide id="22" pos="6171">
          <p15:clr>
            <a:srgbClr val="F26B43"/>
          </p15:clr>
        </p15:guide>
        <p15:guide id="23" pos="6386">
          <p15:clr>
            <a:srgbClr val="F26B43"/>
          </p15:clr>
        </p15:guide>
        <p15:guide id="24" pos="6780">
          <p15:clr>
            <a:srgbClr val="F26B43"/>
          </p15:clr>
        </p15:guide>
        <p15:guide id="25" pos="6997">
          <p15:clr>
            <a:srgbClr val="F26B43"/>
          </p15:clr>
        </p15:guide>
        <p15:guide id="26" pos="7388">
          <p15:clr>
            <a:srgbClr val="F26B43"/>
          </p15:clr>
        </p15:guide>
        <p15:guide id="27" orient="horz" pos="288">
          <p15:clr>
            <a:srgbClr val="F26B43"/>
          </p15:clr>
        </p15:guide>
        <p15:guide id="28" orient="horz" pos="720">
          <p15:clr>
            <a:srgbClr val="F26B43"/>
          </p15:clr>
        </p15:guide>
        <p15:guide id="29" orient="horz" pos="38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918FD-35AF-16BA-6298-EFFC60D4A5BE}"/>
              </a:ext>
            </a:extLst>
          </p:cNvPr>
          <p:cNvSpPr>
            <a:spLocks noGrp="1"/>
          </p:cNvSpPr>
          <p:nvPr>
            <p:ph type="title"/>
          </p:nvPr>
        </p:nvSpPr>
        <p:spPr>
          <a:xfrm>
            <a:off x="548640" y="163831"/>
            <a:ext cx="13533120" cy="1207769"/>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B05B1473-C317-0F97-31E1-6318552DDAD3}"/>
              </a:ext>
            </a:extLst>
          </p:cNvPr>
          <p:cNvSpPr>
            <a:spLocks noGrp="1"/>
          </p:cNvSpPr>
          <p:nvPr>
            <p:ph type="body" idx="1"/>
          </p:nvPr>
        </p:nvSpPr>
        <p:spPr>
          <a:xfrm>
            <a:off x="548640" y="1371600"/>
            <a:ext cx="13525500" cy="604075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677641"/>
      </p:ext>
    </p:extLst>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 id="2147484138" r:id="rId12"/>
    <p:sldLayoutId id="2147484139" r:id="rId13"/>
    <p:sldLayoutId id="2147484141" r:id="rId14"/>
  </p:sldLayoutIdLst>
  <p:hf sldNum="0" hdr="0" ftr="0" dt="0"/>
  <p:txStyles>
    <p:titleStyle>
      <a:lvl1pPr algn="l" defTabSz="109728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74320" indent="-274320" algn="l" defTabSz="1097280" rtl="0" eaLnBrk="1" latinLnBrk="0" hangingPunct="1">
        <a:lnSpc>
          <a:spcPct val="114000"/>
        </a:lnSpc>
        <a:spcBef>
          <a:spcPts val="1080"/>
        </a:spcBef>
        <a:buFont typeface="Arial" panose="020B0604020202020204" pitchFamily="34" charset="0"/>
        <a:buChar char="•"/>
        <a:defRPr sz="2400" kern="1200">
          <a:solidFill>
            <a:schemeClr val="tx1"/>
          </a:solidFill>
          <a:latin typeface="+mn-lt"/>
          <a:ea typeface="+mn-ea"/>
          <a:cs typeface="+mn-cs"/>
        </a:defRPr>
      </a:lvl1pPr>
      <a:lvl2pPr marL="626746" indent="-266700" algn="l" defTabSz="1097280" rtl="0" eaLnBrk="1" latinLnBrk="0" hangingPunct="1">
        <a:lnSpc>
          <a:spcPct val="114000"/>
        </a:lnSpc>
        <a:spcBef>
          <a:spcPts val="1080"/>
        </a:spcBef>
        <a:buFont typeface="System Font Regular"/>
        <a:buChar char="–"/>
        <a:tabLst/>
        <a:defRPr sz="2160" kern="1200">
          <a:solidFill>
            <a:schemeClr val="tx1"/>
          </a:solidFill>
          <a:latin typeface="+mn-lt"/>
          <a:ea typeface="+mn-ea"/>
          <a:cs typeface="+mn-cs"/>
        </a:defRPr>
      </a:lvl2pPr>
      <a:lvl3pPr marL="895350" indent="-268606" algn="l" defTabSz="1097280" rtl="0" eaLnBrk="1" latinLnBrk="0" hangingPunct="1">
        <a:lnSpc>
          <a:spcPct val="114000"/>
        </a:lnSpc>
        <a:spcBef>
          <a:spcPts val="1080"/>
        </a:spcBef>
        <a:buFont typeface="Arial" panose="020B0604020202020204" pitchFamily="34" charset="0"/>
        <a:buChar char="•"/>
        <a:tabLst/>
        <a:defRPr sz="2160" kern="1200">
          <a:solidFill>
            <a:schemeClr val="tx1"/>
          </a:solidFill>
          <a:latin typeface="+mn-lt"/>
          <a:ea typeface="+mn-ea"/>
          <a:cs typeface="+mn-cs"/>
        </a:defRPr>
      </a:lvl3pPr>
      <a:lvl4pPr marL="1242060" indent="-266700" algn="l" defTabSz="1097280" rtl="0" eaLnBrk="1" latinLnBrk="0" hangingPunct="1">
        <a:lnSpc>
          <a:spcPct val="114000"/>
        </a:lnSpc>
        <a:spcBef>
          <a:spcPts val="1080"/>
        </a:spcBef>
        <a:buFont typeface="Arial" panose="020B0604020202020204" pitchFamily="34" charset="0"/>
        <a:buChar char="•"/>
        <a:tabLst/>
        <a:defRPr sz="2160" kern="1200">
          <a:solidFill>
            <a:schemeClr val="tx1"/>
          </a:solidFill>
          <a:latin typeface="+mn-lt"/>
          <a:ea typeface="+mn-ea"/>
          <a:cs typeface="+mn-cs"/>
        </a:defRPr>
      </a:lvl4pPr>
      <a:lvl5pPr marL="1508760" indent="-266700" algn="l" defTabSz="1097280" rtl="0" eaLnBrk="1" latinLnBrk="0" hangingPunct="1">
        <a:lnSpc>
          <a:spcPct val="114000"/>
        </a:lnSpc>
        <a:spcBef>
          <a:spcPts val="1080"/>
        </a:spcBef>
        <a:buFont typeface="Arial" panose="020B0604020202020204" pitchFamily="34" charset="0"/>
        <a:buChar char="•"/>
        <a:tabLst/>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679">
          <p15:clr>
            <a:srgbClr val="F26B43"/>
          </p15:clr>
        </p15:guide>
        <p15:guide id="5" pos="893">
          <p15:clr>
            <a:srgbClr val="F26B43"/>
          </p15:clr>
        </p15:guide>
        <p15:guide id="6" pos="1290">
          <p15:clr>
            <a:srgbClr val="F26B43"/>
          </p15:clr>
        </p15:guide>
        <p15:guide id="7" pos="1508">
          <p15:clr>
            <a:srgbClr val="F26B43"/>
          </p15:clr>
        </p15:guide>
        <p15:guide id="8" pos="1901">
          <p15:clr>
            <a:srgbClr val="F26B43"/>
          </p15:clr>
        </p15:guide>
        <p15:guide id="9" pos="2116">
          <p15:clr>
            <a:srgbClr val="F26B43"/>
          </p15:clr>
        </p15:guide>
        <p15:guide id="10" pos="2510">
          <p15:clr>
            <a:srgbClr val="F26B43"/>
          </p15:clr>
        </p15:guide>
        <p15:guide id="11" pos="2727">
          <p15:clr>
            <a:srgbClr val="F26B43"/>
          </p15:clr>
        </p15:guide>
        <p15:guide id="12" pos="3121">
          <p15:clr>
            <a:srgbClr val="F26B43"/>
          </p15:clr>
        </p15:guide>
        <p15:guide id="13" pos="3338">
          <p15:clr>
            <a:srgbClr val="F26B43"/>
          </p15:clr>
        </p15:guide>
        <p15:guide id="14" pos="3729">
          <p15:clr>
            <a:srgbClr val="F26B43"/>
          </p15:clr>
        </p15:guide>
        <p15:guide id="15" pos="3947">
          <p15:clr>
            <a:srgbClr val="F26B43"/>
          </p15:clr>
        </p15:guide>
        <p15:guide id="16" pos="4341">
          <p15:clr>
            <a:srgbClr val="F26B43"/>
          </p15:clr>
        </p15:guide>
        <p15:guide id="17" pos="4555">
          <p15:clr>
            <a:srgbClr val="F26B43"/>
          </p15:clr>
        </p15:guide>
        <p15:guide id="18" pos="4952">
          <p15:clr>
            <a:srgbClr val="F26B43"/>
          </p15:clr>
        </p15:guide>
        <p15:guide id="19" pos="5166">
          <p15:clr>
            <a:srgbClr val="F26B43"/>
          </p15:clr>
        </p15:guide>
        <p15:guide id="20" pos="5557">
          <p15:clr>
            <a:srgbClr val="F26B43"/>
          </p15:clr>
        </p15:guide>
        <p15:guide id="21" pos="5775">
          <p15:clr>
            <a:srgbClr val="F26B43"/>
          </p15:clr>
        </p15:guide>
        <p15:guide id="22" pos="6171">
          <p15:clr>
            <a:srgbClr val="F26B43"/>
          </p15:clr>
        </p15:guide>
        <p15:guide id="23" pos="6386">
          <p15:clr>
            <a:srgbClr val="F26B43"/>
          </p15:clr>
        </p15:guide>
        <p15:guide id="24" pos="6780">
          <p15:clr>
            <a:srgbClr val="F26B43"/>
          </p15:clr>
        </p15:guide>
        <p15:guide id="25" pos="6997">
          <p15:clr>
            <a:srgbClr val="F26B43"/>
          </p15:clr>
        </p15:guide>
        <p15:guide id="26" pos="7388">
          <p15:clr>
            <a:srgbClr val="F26B43"/>
          </p15:clr>
        </p15:guide>
        <p15:guide id="27" orient="horz" pos="288">
          <p15:clr>
            <a:srgbClr val="F26B43"/>
          </p15:clr>
        </p15:guide>
        <p15:guide id="28" orient="horz" pos="720">
          <p15:clr>
            <a:srgbClr val="F26B43"/>
          </p15:clr>
        </p15:guide>
        <p15:guide id="29" orient="horz" pos="388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1.xml"/><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E2D7-E9A2-FCB6-CA01-D6CEB8272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40A2F-18FD-57C3-2C61-2AD18C382B6B}"/>
              </a:ext>
            </a:extLst>
          </p:cNvPr>
          <p:cNvSpPr>
            <a:spLocks noGrp="1"/>
          </p:cNvSpPr>
          <p:nvPr>
            <p:ph type="title"/>
          </p:nvPr>
        </p:nvSpPr>
        <p:spPr>
          <a:xfrm>
            <a:off x="548640" y="193874"/>
            <a:ext cx="13533120" cy="496071"/>
          </a:xfrm>
        </p:spPr>
        <p:txBody>
          <a:bodyPr anchor="t"/>
          <a:lstStyle/>
          <a:p>
            <a:r>
              <a:rPr lang="en-US" sz="3000" dirty="0"/>
              <a:t>TERMINAL-DISTRIBUTOR - </a:t>
            </a:r>
            <a:r>
              <a:rPr lang="de-DE" sz="3200" b="1" dirty="0" err="1"/>
              <a:t>Inventory</a:t>
            </a:r>
            <a:r>
              <a:rPr lang="de-DE" sz="3200" b="1" dirty="0"/>
              <a:t> Management - Architecture</a:t>
            </a:r>
            <a:br>
              <a:rPr lang="de-DE" sz="3200" b="1" dirty="0"/>
            </a:br>
            <a:endParaRPr lang="en-US" sz="3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16DE2B4-B959-BA87-D2C6-A8D93E0E1C33}"/>
                  </a:ext>
                </a:extLst>
              </p14:cNvPr>
              <p14:cNvContentPartPr/>
              <p14:nvPr/>
            </p14:nvContentPartPr>
            <p14:xfrm>
              <a:off x="-1908990" y="331110"/>
              <a:ext cx="45360" cy="23400"/>
            </p14:xfrm>
          </p:contentPart>
        </mc:Choice>
        <mc:Fallback xmlns="">
          <p:pic>
            <p:nvPicPr>
              <p:cNvPr id="4" name="Ink 3">
                <a:extLst>
                  <a:ext uri="{FF2B5EF4-FFF2-40B4-BE49-F238E27FC236}">
                    <a16:creationId xmlns:a16="http://schemas.microsoft.com/office/drawing/2014/main" id="{C16DE2B4-B959-BA87-D2C6-A8D93E0E1C33}"/>
                  </a:ext>
                </a:extLst>
              </p:cNvPr>
              <p:cNvPicPr/>
              <p:nvPr/>
            </p:nvPicPr>
            <p:blipFill>
              <a:blip r:embed="rId4"/>
              <a:stretch>
                <a:fillRect/>
              </a:stretch>
            </p:blipFill>
            <p:spPr>
              <a:xfrm>
                <a:off x="-1917990" y="322246"/>
                <a:ext cx="63000" cy="40773"/>
              </a:xfrm>
              <a:prstGeom prst="rect">
                <a:avLst/>
              </a:prstGeom>
            </p:spPr>
          </p:pic>
        </mc:Fallback>
      </mc:AlternateContent>
      <p:sp>
        <p:nvSpPr>
          <p:cNvPr id="6" name="Rectangle 5">
            <a:extLst>
              <a:ext uri="{FF2B5EF4-FFF2-40B4-BE49-F238E27FC236}">
                <a16:creationId xmlns:a16="http://schemas.microsoft.com/office/drawing/2014/main" id="{29CCD4C9-634C-A080-1771-364517724812}"/>
              </a:ext>
            </a:extLst>
          </p:cNvPr>
          <p:cNvSpPr/>
          <p:nvPr/>
        </p:nvSpPr>
        <p:spPr>
          <a:xfrm>
            <a:off x="2525251" y="1561888"/>
            <a:ext cx="980661"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Purchase Order</a:t>
            </a:r>
          </a:p>
        </p:txBody>
      </p:sp>
      <p:sp>
        <p:nvSpPr>
          <p:cNvPr id="7" name="Rectangle 6">
            <a:extLst>
              <a:ext uri="{FF2B5EF4-FFF2-40B4-BE49-F238E27FC236}">
                <a16:creationId xmlns:a16="http://schemas.microsoft.com/office/drawing/2014/main" id="{129A6307-3501-4268-3CC1-2AAD6B7F06EF}"/>
              </a:ext>
            </a:extLst>
          </p:cNvPr>
          <p:cNvSpPr/>
          <p:nvPr/>
        </p:nvSpPr>
        <p:spPr>
          <a:xfrm>
            <a:off x="3505912" y="2365200"/>
            <a:ext cx="980661"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LOT</a:t>
            </a:r>
          </a:p>
        </p:txBody>
      </p:sp>
      <p:sp>
        <p:nvSpPr>
          <p:cNvPr id="9" name="Rectangle 8">
            <a:extLst>
              <a:ext uri="{FF2B5EF4-FFF2-40B4-BE49-F238E27FC236}">
                <a16:creationId xmlns:a16="http://schemas.microsoft.com/office/drawing/2014/main" id="{3DCBB14F-728C-3725-CBE1-EE9F22E99225}"/>
              </a:ext>
            </a:extLst>
          </p:cNvPr>
          <p:cNvSpPr/>
          <p:nvPr/>
        </p:nvSpPr>
        <p:spPr>
          <a:xfrm>
            <a:off x="4600252" y="3123537"/>
            <a:ext cx="648924"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Stage SET</a:t>
            </a:r>
          </a:p>
        </p:txBody>
      </p:sp>
      <p:sp>
        <p:nvSpPr>
          <p:cNvPr id="18" name="Rectangle: Rounded Corners 17">
            <a:extLst>
              <a:ext uri="{FF2B5EF4-FFF2-40B4-BE49-F238E27FC236}">
                <a16:creationId xmlns:a16="http://schemas.microsoft.com/office/drawing/2014/main" id="{34793C7E-D8AC-F2AE-C2AF-C88B54CE81D6}"/>
              </a:ext>
            </a:extLst>
          </p:cNvPr>
          <p:cNvSpPr/>
          <p:nvPr/>
        </p:nvSpPr>
        <p:spPr>
          <a:xfrm>
            <a:off x="2221268" y="6718021"/>
            <a:ext cx="6337300" cy="4300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Business Process Manager – Configurable workflows </a:t>
            </a:r>
          </a:p>
        </p:txBody>
      </p:sp>
      <p:sp>
        <p:nvSpPr>
          <p:cNvPr id="20" name="Flowchart: Alternate Process 19">
            <a:extLst>
              <a:ext uri="{FF2B5EF4-FFF2-40B4-BE49-F238E27FC236}">
                <a16:creationId xmlns:a16="http://schemas.microsoft.com/office/drawing/2014/main" id="{2FE1A7A9-46F3-8059-8A6A-531FF8A7473E}"/>
              </a:ext>
            </a:extLst>
          </p:cNvPr>
          <p:cNvSpPr/>
          <p:nvPr/>
        </p:nvSpPr>
        <p:spPr>
          <a:xfrm>
            <a:off x="3589488" y="6018744"/>
            <a:ext cx="1153134" cy="423423"/>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Transaction Alert(s)</a:t>
            </a:r>
            <a:endParaRPr lang="en-US" sz="960">
              <a:solidFill>
                <a:srgbClr val="FFFFFF"/>
              </a:solidFill>
              <a:latin typeface="Arial" panose="020B0604020202020204"/>
            </a:endParaRPr>
          </a:p>
        </p:txBody>
      </p:sp>
      <p:sp>
        <p:nvSpPr>
          <p:cNvPr id="21" name="Flowchart: Alternate Process 20">
            <a:extLst>
              <a:ext uri="{FF2B5EF4-FFF2-40B4-BE49-F238E27FC236}">
                <a16:creationId xmlns:a16="http://schemas.microsoft.com/office/drawing/2014/main" id="{6AD21C90-A6F0-D7E5-AC47-4E6356BD3C6D}"/>
              </a:ext>
            </a:extLst>
          </p:cNvPr>
          <p:cNvSpPr/>
          <p:nvPr/>
        </p:nvSpPr>
        <p:spPr>
          <a:xfrm>
            <a:off x="6160842" y="6036266"/>
            <a:ext cx="1153134" cy="423423"/>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WIP </a:t>
            </a:r>
          </a:p>
          <a:p>
            <a:pPr algn="ctr">
              <a:defRPr/>
            </a:pPr>
            <a:r>
              <a:rPr lang="en-GB" sz="960">
                <a:solidFill>
                  <a:srgbClr val="FFFFFF"/>
                </a:solidFill>
                <a:latin typeface="Arial" panose="020B0604020202020204"/>
              </a:rPr>
              <a:t>Alert(s)</a:t>
            </a:r>
            <a:endParaRPr lang="en-US" sz="960">
              <a:solidFill>
                <a:srgbClr val="FFFFFF"/>
              </a:solidFill>
              <a:latin typeface="Arial" panose="020B0604020202020204"/>
            </a:endParaRPr>
          </a:p>
        </p:txBody>
      </p:sp>
      <p:pic>
        <p:nvPicPr>
          <p:cNvPr id="22" name="Picture 21">
            <a:extLst>
              <a:ext uri="{FF2B5EF4-FFF2-40B4-BE49-F238E27FC236}">
                <a16:creationId xmlns:a16="http://schemas.microsoft.com/office/drawing/2014/main" id="{71B35A53-4325-21D3-064C-0C041AA8878B}"/>
              </a:ext>
            </a:extLst>
          </p:cNvPr>
          <p:cNvPicPr>
            <a:picLocks noChangeAspect="1"/>
          </p:cNvPicPr>
          <p:nvPr/>
        </p:nvPicPr>
        <p:blipFill>
          <a:blip r:embed="rId5"/>
          <a:stretch>
            <a:fillRect/>
          </a:stretch>
        </p:blipFill>
        <p:spPr>
          <a:xfrm>
            <a:off x="11557283" y="6005441"/>
            <a:ext cx="2524477" cy="1200318"/>
          </a:xfrm>
          <a:prstGeom prst="rect">
            <a:avLst/>
          </a:prstGeom>
        </p:spPr>
      </p:pic>
      <p:pic>
        <p:nvPicPr>
          <p:cNvPr id="25" name="Picture 24">
            <a:extLst>
              <a:ext uri="{FF2B5EF4-FFF2-40B4-BE49-F238E27FC236}">
                <a16:creationId xmlns:a16="http://schemas.microsoft.com/office/drawing/2014/main" id="{D0C2C650-C287-3CF2-B972-EC0F835EF153}"/>
              </a:ext>
            </a:extLst>
          </p:cNvPr>
          <p:cNvPicPr>
            <a:picLocks noChangeAspect="1"/>
          </p:cNvPicPr>
          <p:nvPr/>
        </p:nvPicPr>
        <p:blipFill>
          <a:blip r:embed="rId6"/>
          <a:stretch>
            <a:fillRect/>
          </a:stretch>
        </p:blipFill>
        <p:spPr>
          <a:xfrm>
            <a:off x="11509651" y="4729190"/>
            <a:ext cx="2572109" cy="1257475"/>
          </a:xfrm>
          <a:prstGeom prst="rect">
            <a:avLst/>
          </a:prstGeom>
        </p:spPr>
      </p:pic>
      <p:pic>
        <p:nvPicPr>
          <p:cNvPr id="26" name="Picture 25">
            <a:extLst>
              <a:ext uri="{FF2B5EF4-FFF2-40B4-BE49-F238E27FC236}">
                <a16:creationId xmlns:a16="http://schemas.microsoft.com/office/drawing/2014/main" id="{5FB3FCC7-1D15-D731-4204-D5234432EB84}"/>
              </a:ext>
            </a:extLst>
          </p:cNvPr>
          <p:cNvPicPr>
            <a:picLocks noChangeAspect="1"/>
          </p:cNvPicPr>
          <p:nvPr/>
        </p:nvPicPr>
        <p:blipFill>
          <a:blip r:embed="rId7"/>
          <a:stretch>
            <a:fillRect/>
          </a:stretch>
        </p:blipFill>
        <p:spPr>
          <a:xfrm>
            <a:off x="11509651" y="3450066"/>
            <a:ext cx="2562583" cy="1228896"/>
          </a:xfrm>
          <a:prstGeom prst="rect">
            <a:avLst/>
          </a:prstGeom>
        </p:spPr>
      </p:pic>
      <p:pic>
        <p:nvPicPr>
          <p:cNvPr id="28" name="Picture 27">
            <a:extLst>
              <a:ext uri="{FF2B5EF4-FFF2-40B4-BE49-F238E27FC236}">
                <a16:creationId xmlns:a16="http://schemas.microsoft.com/office/drawing/2014/main" id="{35D59A8E-3299-A3E4-2D26-6DC63BE206E5}"/>
              </a:ext>
            </a:extLst>
          </p:cNvPr>
          <p:cNvPicPr>
            <a:picLocks noChangeAspect="1"/>
          </p:cNvPicPr>
          <p:nvPr/>
        </p:nvPicPr>
        <p:blipFill>
          <a:blip r:embed="rId8"/>
          <a:stretch>
            <a:fillRect/>
          </a:stretch>
        </p:blipFill>
        <p:spPr>
          <a:xfrm>
            <a:off x="11509651" y="2127279"/>
            <a:ext cx="2553056" cy="1162212"/>
          </a:xfrm>
          <a:prstGeom prst="rect">
            <a:avLst/>
          </a:prstGeom>
        </p:spPr>
      </p:pic>
      <p:cxnSp>
        <p:nvCxnSpPr>
          <p:cNvPr id="30" name="Straight Connector 29">
            <a:extLst>
              <a:ext uri="{FF2B5EF4-FFF2-40B4-BE49-F238E27FC236}">
                <a16:creationId xmlns:a16="http://schemas.microsoft.com/office/drawing/2014/main" id="{6348EFE1-B0E7-63C1-505C-9BA467411BD7}"/>
              </a:ext>
            </a:extLst>
          </p:cNvPr>
          <p:cNvCxnSpPr/>
          <p:nvPr/>
        </p:nvCxnSpPr>
        <p:spPr>
          <a:xfrm>
            <a:off x="11328400" y="1460500"/>
            <a:ext cx="0" cy="6057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7E5FB4E-9DF1-901C-9F02-9E8A5B222A8F}"/>
              </a:ext>
            </a:extLst>
          </p:cNvPr>
          <p:cNvCxnSpPr/>
          <p:nvPr/>
        </p:nvCxnSpPr>
        <p:spPr>
          <a:xfrm>
            <a:off x="9029700" y="1460500"/>
            <a:ext cx="0" cy="6057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2F2A22C1-C6B0-85E9-F101-61A9904B63A4}"/>
              </a:ext>
            </a:extLst>
          </p:cNvPr>
          <p:cNvCxnSpPr>
            <a:stCxn id="6" idx="3"/>
            <a:endCxn id="7" idx="0"/>
          </p:cNvCxnSpPr>
          <p:nvPr/>
        </p:nvCxnSpPr>
        <p:spPr>
          <a:xfrm>
            <a:off x="3505912" y="1833558"/>
            <a:ext cx="490331" cy="53164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C4D1BFDD-4441-47BF-8956-15E8EF79927C}"/>
              </a:ext>
            </a:extLst>
          </p:cNvPr>
          <p:cNvCxnSpPr>
            <a:cxnSpLocks/>
            <a:stCxn id="7" idx="3"/>
            <a:endCxn id="9" idx="0"/>
          </p:cNvCxnSpPr>
          <p:nvPr/>
        </p:nvCxnSpPr>
        <p:spPr>
          <a:xfrm>
            <a:off x="4486573" y="2636870"/>
            <a:ext cx="438141" cy="48666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450FBB3-4506-746C-5EDF-B8D88531131B}"/>
              </a:ext>
            </a:extLst>
          </p:cNvPr>
          <p:cNvCxnSpPr>
            <a:cxnSpLocks/>
            <a:stCxn id="9" idx="3"/>
            <a:endCxn id="47" idx="0"/>
          </p:cNvCxnSpPr>
          <p:nvPr/>
        </p:nvCxnSpPr>
        <p:spPr>
          <a:xfrm>
            <a:off x="5249176" y="3395207"/>
            <a:ext cx="465204" cy="2892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5C8BE90E-CBFC-0CBC-F690-EBDF4C9053ED}"/>
              </a:ext>
            </a:extLst>
          </p:cNvPr>
          <p:cNvSpPr/>
          <p:nvPr/>
        </p:nvSpPr>
        <p:spPr>
          <a:xfrm>
            <a:off x="5389918" y="3684442"/>
            <a:ext cx="648924"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Stage SET</a:t>
            </a:r>
          </a:p>
        </p:txBody>
      </p:sp>
      <p:cxnSp>
        <p:nvCxnSpPr>
          <p:cNvPr id="51" name="Connector: Elbow 50">
            <a:extLst>
              <a:ext uri="{FF2B5EF4-FFF2-40B4-BE49-F238E27FC236}">
                <a16:creationId xmlns:a16="http://schemas.microsoft.com/office/drawing/2014/main" id="{31DF59F6-7512-D23B-5C3F-540287C44D3B}"/>
              </a:ext>
            </a:extLst>
          </p:cNvPr>
          <p:cNvCxnSpPr>
            <a:cxnSpLocks/>
            <a:stCxn id="47" idx="3"/>
            <a:endCxn id="52" idx="0"/>
          </p:cNvCxnSpPr>
          <p:nvPr/>
        </p:nvCxnSpPr>
        <p:spPr>
          <a:xfrm>
            <a:off x="6038842" y="3956112"/>
            <a:ext cx="451672" cy="2716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C7B7B944-0E49-B589-1EA0-768D4119B12C}"/>
              </a:ext>
            </a:extLst>
          </p:cNvPr>
          <p:cNvSpPr/>
          <p:nvPr/>
        </p:nvSpPr>
        <p:spPr>
          <a:xfrm>
            <a:off x="6166052" y="4227781"/>
            <a:ext cx="648924"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Stage SET</a:t>
            </a:r>
          </a:p>
        </p:txBody>
      </p:sp>
      <p:cxnSp>
        <p:nvCxnSpPr>
          <p:cNvPr id="56" name="Connector: Elbow 55">
            <a:extLst>
              <a:ext uri="{FF2B5EF4-FFF2-40B4-BE49-F238E27FC236}">
                <a16:creationId xmlns:a16="http://schemas.microsoft.com/office/drawing/2014/main" id="{04C58E2D-9333-ADD7-C4EA-6A2B185BA9CA}"/>
              </a:ext>
            </a:extLst>
          </p:cNvPr>
          <p:cNvCxnSpPr>
            <a:cxnSpLocks/>
            <a:endCxn id="57" idx="0"/>
          </p:cNvCxnSpPr>
          <p:nvPr/>
        </p:nvCxnSpPr>
        <p:spPr>
          <a:xfrm>
            <a:off x="6813638" y="4506832"/>
            <a:ext cx="451672" cy="2716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B5E2F383-FCE5-A969-23E5-BB4DA6C0C39A}"/>
              </a:ext>
            </a:extLst>
          </p:cNvPr>
          <p:cNvSpPr/>
          <p:nvPr/>
        </p:nvSpPr>
        <p:spPr>
          <a:xfrm>
            <a:off x="6940848" y="4778501"/>
            <a:ext cx="648924" cy="54333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Stage SET</a:t>
            </a:r>
          </a:p>
        </p:txBody>
      </p:sp>
      <p:sp>
        <p:nvSpPr>
          <p:cNvPr id="59" name="TextBox 58">
            <a:extLst>
              <a:ext uri="{FF2B5EF4-FFF2-40B4-BE49-F238E27FC236}">
                <a16:creationId xmlns:a16="http://schemas.microsoft.com/office/drawing/2014/main" id="{63655CFD-3F38-59AF-B664-7B874987D8B1}"/>
              </a:ext>
            </a:extLst>
          </p:cNvPr>
          <p:cNvSpPr txBox="1"/>
          <p:nvPr/>
        </p:nvSpPr>
        <p:spPr>
          <a:xfrm>
            <a:off x="419100" y="1641400"/>
            <a:ext cx="1668010" cy="338554"/>
          </a:xfrm>
          <a:prstGeom prst="rect">
            <a:avLst/>
          </a:prstGeom>
          <a:noFill/>
          <a:ln>
            <a:solidFill>
              <a:schemeClr val="tx1"/>
            </a:solidFill>
          </a:ln>
        </p:spPr>
        <p:txBody>
          <a:bodyPr wrap="square" rtlCol="0">
            <a:spAutoFit/>
          </a:bodyPr>
          <a:lstStyle/>
          <a:p>
            <a:pPr algn="ctr"/>
            <a:r>
              <a:rPr lang="en-US" sz="1600"/>
              <a:t>Inbound PO</a:t>
            </a:r>
          </a:p>
        </p:txBody>
      </p:sp>
      <p:sp>
        <p:nvSpPr>
          <p:cNvPr id="60" name="TextBox 59">
            <a:extLst>
              <a:ext uri="{FF2B5EF4-FFF2-40B4-BE49-F238E27FC236}">
                <a16:creationId xmlns:a16="http://schemas.microsoft.com/office/drawing/2014/main" id="{0208E992-900B-849B-4FE8-EC232B2756A2}"/>
              </a:ext>
            </a:extLst>
          </p:cNvPr>
          <p:cNvSpPr txBox="1"/>
          <p:nvPr/>
        </p:nvSpPr>
        <p:spPr>
          <a:xfrm>
            <a:off x="419100" y="2320274"/>
            <a:ext cx="1668010" cy="584775"/>
          </a:xfrm>
          <a:prstGeom prst="rect">
            <a:avLst/>
          </a:prstGeom>
          <a:noFill/>
          <a:ln>
            <a:solidFill>
              <a:schemeClr val="tx1"/>
            </a:solidFill>
          </a:ln>
        </p:spPr>
        <p:txBody>
          <a:bodyPr wrap="square" rtlCol="0">
            <a:spAutoFit/>
          </a:bodyPr>
          <a:lstStyle/>
          <a:p>
            <a:pPr algn="ctr"/>
            <a:r>
              <a:rPr lang="en-US" sz="1600"/>
              <a:t>Terminals as </a:t>
            </a:r>
            <a:r>
              <a:rPr lang="en-US" sz="1600" b="1"/>
              <a:t>serial numbers</a:t>
            </a:r>
          </a:p>
        </p:txBody>
      </p:sp>
      <p:sp>
        <p:nvSpPr>
          <p:cNvPr id="61" name="TextBox 60">
            <a:extLst>
              <a:ext uri="{FF2B5EF4-FFF2-40B4-BE49-F238E27FC236}">
                <a16:creationId xmlns:a16="http://schemas.microsoft.com/office/drawing/2014/main" id="{F6E042A1-5822-E5D4-A383-D0AE9F7B5C66}"/>
              </a:ext>
            </a:extLst>
          </p:cNvPr>
          <p:cNvSpPr txBox="1"/>
          <p:nvPr/>
        </p:nvSpPr>
        <p:spPr>
          <a:xfrm>
            <a:off x="415514" y="3120112"/>
            <a:ext cx="1668009" cy="2462213"/>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sz="1400"/>
              <a:t>Terminals as received</a:t>
            </a:r>
          </a:p>
          <a:p>
            <a:pPr marL="285750" indent="-285750">
              <a:buFont typeface="Arial" panose="020B0604020202020204" pitchFamily="34" charset="0"/>
              <a:buChar char="•"/>
            </a:pPr>
            <a:r>
              <a:rPr lang="en-US" sz="1400"/>
              <a:t>Staged</a:t>
            </a:r>
          </a:p>
          <a:p>
            <a:pPr marL="285750" indent="-285750">
              <a:buFont typeface="Arial" panose="020B0604020202020204" pitchFamily="34" charset="0"/>
              <a:buChar char="•"/>
            </a:pPr>
            <a:r>
              <a:rPr lang="en-US" sz="1400"/>
              <a:t>Key loaded</a:t>
            </a:r>
          </a:p>
          <a:p>
            <a:pPr marL="285750" indent="-285750">
              <a:buFont typeface="Arial" panose="020B0604020202020204" pitchFamily="34" charset="0"/>
              <a:buChar char="•"/>
            </a:pPr>
            <a:r>
              <a:rPr lang="en-US" sz="1400"/>
              <a:t>Available </a:t>
            </a:r>
          </a:p>
          <a:p>
            <a:pPr marL="285750" indent="-285750">
              <a:buFont typeface="Arial" panose="020B0604020202020204" pitchFamily="34" charset="0"/>
              <a:buChar char="•"/>
            </a:pPr>
            <a:r>
              <a:rPr lang="en-US" sz="1400"/>
              <a:t>Shipped out</a:t>
            </a:r>
          </a:p>
          <a:p>
            <a:pPr marL="285750" indent="-285750">
              <a:buFont typeface="Arial" panose="020B0604020202020204" pitchFamily="34" charset="0"/>
              <a:buChar char="•"/>
            </a:pPr>
            <a:r>
              <a:rPr lang="en-US" sz="1400"/>
              <a:t>Received customer</a:t>
            </a:r>
          </a:p>
          <a:p>
            <a:pPr marL="285750" indent="-285750">
              <a:buFont typeface="Arial" panose="020B0604020202020204" pitchFamily="34" charset="0"/>
              <a:buChar char="•"/>
            </a:pPr>
            <a:r>
              <a:rPr lang="en-US" sz="1400"/>
              <a:t>Returned</a:t>
            </a:r>
          </a:p>
          <a:p>
            <a:pPr marL="285750" indent="-285750">
              <a:buFont typeface="Arial" panose="020B0604020202020204" pitchFamily="34" charset="0"/>
              <a:buChar char="•"/>
            </a:pPr>
            <a:r>
              <a:rPr lang="en-US" sz="1400"/>
              <a:t>Repair </a:t>
            </a:r>
          </a:p>
          <a:p>
            <a:r>
              <a:rPr lang="en-US" sz="1400"/>
              <a:t>Etc.</a:t>
            </a:r>
          </a:p>
        </p:txBody>
      </p:sp>
      <p:cxnSp>
        <p:nvCxnSpPr>
          <p:cNvPr id="62" name="Connector: Elbow 61">
            <a:extLst>
              <a:ext uri="{FF2B5EF4-FFF2-40B4-BE49-F238E27FC236}">
                <a16:creationId xmlns:a16="http://schemas.microsoft.com/office/drawing/2014/main" id="{F9C22ACA-97B6-1EDC-1368-6D12C863F2BE}"/>
              </a:ext>
            </a:extLst>
          </p:cNvPr>
          <p:cNvCxnSpPr>
            <a:cxnSpLocks/>
            <a:stCxn id="7" idx="3"/>
            <a:endCxn id="47" idx="0"/>
          </p:cNvCxnSpPr>
          <p:nvPr/>
        </p:nvCxnSpPr>
        <p:spPr>
          <a:xfrm>
            <a:off x="4486573" y="2636870"/>
            <a:ext cx="1227807" cy="1047572"/>
          </a:xfrm>
          <a:prstGeom prst="bentConnector2">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15B4A0EF-5E0A-F572-1A2C-6B6D4FCC230E}"/>
              </a:ext>
            </a:extLst>
          </p:cNvPr>
          <p:cNvCxnSpPr>
            <a:cxnSpLocks/>
            <a:stCxn id="7" idx="3"/>
            <a:endCxn id="52" idx="0"/>
          </p:cNvCxnSpPr>
          <p:nvPr/>
        </p:nvCxnSpPr>
        <p:spPr>
          <a:xfrm>
            <a:off x="4486573" y="2636870"/>
            <a:ext cx="2003941" cy="1590911"/>
          </a:xfrm>
          <a:prstGeom prst="bentConnector2">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51D0B027-B8AB-621D-A76D-7CE67A5C3515}"/>
              </a:ext>
            </a:extLst>
          </p:cNvPr>
          <p:cNvCxnSpPr>
            <a:cxnSpLocks/>
            <a:stCxn id="7" idx="3"/>
            <a:endCxn id="57" idx="0"/>
          </p:cNvCxnSpPr>
          <p:nvPr/>
        </p:nvCxnSpPr>
        <p:spPr>
          <a:xfrm>
            <a:off x="4486573" y="2636870"/>
            <a:ext cx="2778737" cy="2141631"/>
          </a:xfrm>
          <a:prstGeom prst="bentConnector2">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4C0988A-917A-4C07-5599-4E57CB9F1D82}"/>
              </a:ext>
            </a:extLst>
          </p:cNvPr>
          <p:cNvCxnSpPr>
            <a:stCxn id="20" idx="2"/>
          </p:cNvCxnSpPr>
          <p:nvPr/>
        </p:nvCxnSpPr>
        <p:spPr>
          <a:xfrm>
            <a:off x="4166055" y="6442167"/>
            <a:ext cx="0" cy="2758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76F329A-3C98-489B-A3B7-67E70941F9DE}"/>
              </a:ext>
            </a:extLst>
          </p:cNvPr>
          <p:cNvCxnSpPr>
            <a:cxnSpLocks/>
            <a:stCxn id="21" idx="2"/>
          </p:cNvCxnSpPr>
          <p:nvPr/>
        </p:nvCxnSpPr>
        <p:spPr>
          <a:xfrm>
            <a:off x="6737409" y="6459689"/>
            <a:ext cx="0" cy="2758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7" name="Left Brace 76">
            <a:extLst>
              <a:ext uri="{FF2B5EF4-FFF2-40B4-BE49-F238E27FC236}">
                <a16:creationId xmlns:a16="http://schemas.microsoft.com/office/drawing/2014/main" id="{AEFB9020-2FB1-E112-68E4-3E3C579E9B35}"/>
              </a:ext>
            </a:extLst>
          </p:cNvPr>
          <p:cNvSpPr/>
          <p:nvPr/>
        </p:nvSpPr>
        <p:spPr>
          <a:xfrm rot="16200000">
            <a:off x="5208740" y="2988915"/>
            <a:ext cx="282174" cy="5581753"/>
          </a:xfrm>
          <a:prstGeom prst="leftBrace">
            <a:avLst>
              <a:gd name="adj1" fmla="val 8333"/>
              <a:gd name="adj2" fmla="val 4931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TextBox 77">
            <a:extLst>
              <a:ext uri="{FF2B5EF4-FFF2-40B4-BE49-F238E27FC236}">
                <a16:creationId xmlns:a16="http://schemas.microsoft.com/office/drawing/2014/main" id="{24B9C2B5-0084-FB13-9B36-E69B8EAA352B}"/>
              </a:ext>
            </a:extLst>
          </p:cNvPr>
          <p:cNvSpPr txBox="1"/>
          <p:nvPr/>
        </p:nvSpPr>
        <p:spPr>
          <a:xfrm>
            <a:off x="9345045" y="1612641"/>
            <a:ext cx="1668010" cy="584775"/>
          </a:xfrm>
          <a:prstGeom prst="rect">
            <a:avLst/>
          </a:prstGeom>
          <a:noFill/>
          <a:ln>
            <a:solidFill>
              <a:schemeClr val="tx1"/>
            </a:solidFill>
          </a:ln>
        </p:spPr>
        <p:txBody>
          <a:bodyPr wrap="square" rtlCol="0">
            <a:spAutoFit/>
          </a:bodyPr>
          <a:lstStyle/>
          <a:p>
            <a:pPr algn="ctr"/>
            <a:r>
              <a:rPr lang="en-US" sz="1600"/>
              <a:t>Super User/Role</a:t>
            </a:r>
          </a:p>
        </p:txBody>
      </p:sp>
      <p:sp>
        <p:nvSpPr>
          <p:cNvPr id="79" name="TextBox 78">
            <a:extLst>
              <a:ext uri="{FF2B5EF4-FFF2-40B4-BE49-F238E27FC236}">
                <a16:creationId xmlns:a16="http://schemas.microsoft.com/office/drawing/2014/main" id="{87D2C4E9-397A-02FF-442E-6E162E058A24}"/>
              </a:ext>
            </a:extLst>
          </p:cNvPr>
          <p:cNvSpPr txBox="1"/>
          <p:nvPr/>
        </p:nvSpPr>
        <p:spPr>
          <a:xfrm>
            <a:off x="9232900" y="1079500"/>
            <a:ext cx="1866617" cy="381000"/>
          </a:xfrm>
          <a:prstGeom prst="rect">
            <a:avLst/>
          </a:prstGeom>
          <a:noFill/>
        </p:spPr>
        <p:txBody>
          <a:bodyPr wrap="square" rtlCol="0">
            <a:spAutoFit/>
          </a:bodyPr>
          <a:lstStyle/>
          <a:p>
            <a:pPr algn="ctr"/>
            <a:r>
              <a:rPr lang="en-US" u="sng"/>
              <a:t>System Roles: </a:t>
            </a:r>
          </a:p>
        </p:txBody>
      </p:sp>
      <p:sp>
        <p:nvSpPr>
          <p:cNvPr id="80" name="TextBox 79">
            <a:extLst>
              <a:ext uri="{FF2B5EF4-FFF2-40B4-BE49-F238E27FC236}">
                <a16:creationId xmlns:a16="http://schemas.microsoft.com/office/drawing/2014/main" id="{2F7BB1B4-1352-6EFE-5475-3368B5F8D1E9}"/>
              </a:ext>
            </a:extLst>
          </p:cNvPr>
          <p:cNvSpPr txBox="1"/>
          <p:nvPr/>
        </p:nvSpPr>
        <p:spPr>
          <a:xfrm>
            <a:off x="9365631" y="2597440"/>
            <a:ext cx="1668010" cy="830997"/>
          </a:xfrm>
          <a:prstGeom prst="rect">
            <a:avLst/>
          </a:prstGeom>
          <a:noFill/>
          <a:ln>
            <a:solidFill>
              <a:schemeClr val="tx1"/>
            </a:solidFill>
          </a:ln>
        </p:spPr>
        <p:txBody>
          <a:bodyPr wrap="square" rtlCol="0">
            <a:spAutoFit/>
          </a:bodyPr>
          <a:lstStyle/>
          <a:p>
            <a:pPr algn="ctr"/>
            <a:r>
              <a:rPr lang="en-US" sz="1600" dirty="0"/>
              <a:t>TERMINAL-DISTRIBUTOR Key User/Role</a:t>
            </a:r>
          </a:p>
        </p:txBody>
      </p:sp>
      <p:sp>
        <p:nvSpPr>
          <p:cNvPr id="81" name="TextBox 80">
            <a:extLst>
              <a:ext uri="{FF2B5EF4-FFF2-40B4-BE49-F238E27FC236}">
                <a16:creationId xmlns:a16="http://schemas.microsoft.com/office/drawing/2014/main" id="{A3705463-CAD9-BEA3-FDA3-00CCAE7390A5}"/>
              </a:ext>
            </a:extLst>
          </p:cNvPr>
          <p:cNvSpPr txBox="1"/>
          <p:nvPr/>
        </p:nvSpPr>
        <p:spPr>
          <a:xfrm>
            <a:off x="9365631" y="3842739"/>
            <a:ext cx="1668010" cy="338554"/>
          </a:xfrm>
          <a:prstGeom prst="rect">
            <a:avLst/>
          </a:prstGeom>
          <a:noFill/>
          <a:ln>
            <a:solidFill>
              <a:schemeClr val="tx1"/>
            </a:solidFill>
          </a:ln>
        </p:spPr>
        <p:txBody>
          <a:bodyPr wrap="square" rtlCol="0">
            <a:spAutoFit/>
          </a:bodyPr>
          <a:lstStyle/>
          <a:p>
            <a:pPr algn="ctr"/>
            <a:r>
              <a:rPr lang="en-US" sz="1600"/>
              <a:t>3PL User/Role</a:t>
            </a:r>
          </a:p>
        </p:txBody>
      </p:sp>
      <p:sp>
        <p:nvSpPr>
          <p:cNvPr id="82" name="TextBox 81">
            <a:extLst>
              <a:ext uri="{FF2B5EF4-FFF2-40B4-BE49-F238E27FC236}">
                <a16:creationId xmlns:a16="http://schemas.microsoft.com/office/drawing/2014/main" id="{FCC2F407-2D9A-37E5-9EAE-0E68258D6109}"/>
              </a:ext>
            </a:extLst>
          </p:cNvPr>
          <p:cNvSpPr txBox="1"/>
          <p:nvPr/>
        </p:nvSpPr>
        <p:spPr>
          <a:xfrm>
            <a:off x="9381468" y="5069353"/>
            <a:ext cx="1668010" cy="584775"/>
          </a:xfrm>
          <a:prstGeom prst="rect">
            <a:avLst/>
          </a:prstGeom>
          <a:noFill/>
          <a:ln>
            <a:solidFill>
              <a:schemeClr val="tx1"/>
            </a:solidFill>
          </a:ln>
        </p:spPr>
        <p:txBody>
          <a:bodyPr wrap="square" rtlCol="0">
            <a:spAutoFit/>
          </a:bodyPr>
          <a:lstStyle/>
          <a:p>
            <a:pPr algn="ctr"/>
            <a:r>
              <a:rPr lang="en-US" sz="1600"/>
              <a:t>Repair Centre User/Role</a:t>
            </a:r>
          </a:p>
        </p:txBody>
      </p:sp>
      <p:sp>
        <p:nvSpPr>
          <p:cNvPr id="83" name="TextBox 82">
            <a:extLst>
              <a:ext uri="{FF2B5EF4-FFF2-40B4-BE49-F238E27FC236}">
                <a16:creationId xmlns:a16="http://schemas.microsoft.com/office/drawing/2014/main" id="{28FC695B-D6AC-F8B5-2073-90E7846F9112}"/>
              </a:ext>
            </a:extLst>
          </p:cNvPr>
          <p:cNvSpPr txBox="1"/>
          <p:nvPr/>
        </p:nvSpPr>
        <p:spPr>
          <a:xfrm>
            <a:off x="9381468" y="6328455"/>
            <a:ext cx="1668010" cy="584775"/>
          </a:xfrm>
          <a:prstGeom prst="rect">
            <a:avLst/>
          </a:prstGeom>
          <a:noFill/>
          <a:ln>
            <a:solidFill>
              <a:schemeClr val="tx1"/>
            </a:solidFill>
          </a:ln>
        </p:spPr>
        <p:txBody>
          <a:bodyPr wrap="square" rtlCol="0">
            <a:spAutoFit/>
          </a:bodyPr>
          <a:lstStyle>
            <a:defPPr>
              <a:defRPr lang="en-US"/>
            </a:defPPr>
            <a:lvl1pPr algn="ctr">
              <a:defRPr sz="1600"/>
            </a:lvl1pPr>
          </a:lstStyle>
          <a:p>
            <a:r>
              <a:rPr lang="en-US"/>
              <a:t>Supplier User/Role</a:t>
            </a:r>
          </a:p>
        </p:txBody>
      </p:sp>
      <p:cxnSp>
        <p:nvCxnSpPr>
          <p:cNvPr id="85" name="Straight Arrow Connector 84">
            <a:extLst>
              <a:ext uri="{FF2B5EF4-FFF2-40B4-BE49-F238E27FC236}">
                <a16:creationId xmlns:a16="http://schemas.microsoft.com/office/drawing/2014/main" id="{48CE6CDD-5D0B-DBD1-34EB-1C1202628348}"/>
              </a:ext>
            </a:extLst>
          </p:cNvPr>
          <p:cNvCxnSpPr>
            <a:cxnSpLocks/>
          </p:cNvCxnSpPr>
          <p:nvPr/>
        </p:nvCxnSpPr>
        <p:spPr>
          <a:xfrm>
            <a:off x="5319189" y="6036266"/>
            <a:ext cx="0" cy="56130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AE36DDF-5780-D0A0-74AE-48783C012BDC}"/>
              </a:ext>
            </a:extLst>
          </p:cNvPr>
          <p:cNvSpPr/>
          <p:nvPr/>
        </p:nvSpPr>
        <p:spPr>
          <a:xfrm>
            <a:off x="4705643" y="1542811"/>
            <a:ext cx="980661" cy="54333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Sales Order</a:t>
            </a:r>
          </a:p>
        </p:txBody>
      </p:sp>
      <p:cxnSp>
        <p:nvCxnSpPr>
          <p:cNvPr id="5" name="Connector: Elbow 4">
            <a:extLst>
              <a:ext uri="{FF2B5EF4-FFF2-40B4-BE49-F238E27FC236}">
                <a16:creationId xmlns:a16="http://schemas.microsoft.com/office/drawing/2014/main" id="{D5E6CB41-BDAC-F8F3-9DAA-198F9B3743F2}"/>
              </a:ext>
            </a:extLst>
          </p:cNvPr>
          <p:cNvCxnSpPr>
            <a:cxnSpLocks/>
            <a:stCxn id="3" idx="1"/>
          </p:cNvCxnSpPr>
          <p:nvPr/>
        </p:nvCxnSpPr>
        <p:spPr>
          <a:xfrm rot="10800000" flipV="1">
            <a:off x="4177493" y="1814480"/>
            <a:ext cx="528150" cy="5507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6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25328-D83B-234C-E0CA-6C1CE35889C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54503E3-6039-753D-85D5-8255A33A2312}"/>
              </a:ext>
            </a:extLst>
          </p:cNvPr>
          <p:cNvSpPr/>
          <p:nvPr/>
        </p:nvSpPr>
        <p:spPr>
          <a:xfrm>
            <a:off x="5673843" y="1250627"/>
            <a:ext cx="1574157" cy="6863785"/>
          </a:xfrm>
          <a:prstGeom prst="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TERMINAL-DISTRIBUTOR BackOffice</a:t>
            </a:r>
          </a:p>
        </p:txBody>
      </p:sp>
      <p:sp>
        <p:nvSpPr>
          <p:cNvPr id="8" name="Rectangle 7">
            <a:extLst>
              <a:ext uri="{FF2B5EF4-FFF2-40B4-BE49-F238E27FC236}">
                <a16:creationId xmlns:a16="http://schemas.microsoft.com/office/drawing/2014/main" id="{A40C2719-7D6F-53E6-A2BF-AAD579610780}"/>
              </a:ext>
            </a:extLst>
          </p:cNvPr>
          <p:cNvSpPr/>
          <p:nvPr/>
        </p:nvSpPr>
        <p:spPr>
          <a:xfrm>
            <a:off x="11382091" y="1241750"/>
            <a:ext cx="2556076" cy="686378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C956031-3B83-3374-E434-25FE5126343D}"/>
              </a:ext>
            </a:extLst>
          </p:cNvPr>
          <p:cNvSpPr/>
          <p:nvPr/>
        </p:nvSpPr>
        <p:spPr>
          <a:xfrm>
            <a:off x="752671" y="3149007"/>
            <a:ext cx="1574157" cy="293997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3PL</a:t>
            </a:r>
          </a:p>
        </p:txBody>
      </p:sp>
      <p:sp>
        <p:nvSpPr>
          <p:cNvPr id="10" name="Rectangle 9">
            <a:extLst>
              <a:ext uri="{FF2B5EF4-FFF2-40B4-BE49-F238E27FC236}">
                <a16:creationId xmlns:a16="http://schemas.microsoft.com/office/drawing/2014/main" id="{85BF969D-EB79-5CA0-52FC-693187F14B8D}"/>
              </a:ext>
            </a:extLst>
          </p:cNvPr>
          <p:cNvSpPr/>
          <p:nvPr/>
        </p:nvSpPr>
        <p:spPr>
          <a:xfrm>
            <a:off x="770427" y="6234385"/>
            <a:ext cx="1574157" cy="126743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Customer</a:t>
            </a:r>
          </a:p>
        </p:txBody>
      </p:sp>
      <p:sp>
        <p:nvSpPr>
          <p:cNvPr id="11" name="Rectangle 10">
            <a:extLst>
              <a:ext uri="{FF2B5EF4-FFF2-40B4-BE49-F238E27FC236}">
                <a16:creationId xmlns:a16="http://schemas.microsoft.com/office/drawing/2014/main" id="{B2DAC28C-B286-C23B-4088-0313CC53BFC9}"/>
              </a:ext>
            </a:extLst>
          </p:cNvPr>
          <p:cNvSpPr/>
          <p:nvPr/>
        </p:nvSpPr>
        <p:spPr>
          <a:xfrm>
            <a:off x="752671" y="1610103"/>
            <a:ext cx="1574157" cy="126743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Supplier</a:t>
            </a:r>
          </a:p>
        </p:txBody>
      </p:sp>
      <p:cxnSp>
        <p:nvCxnSpPr>
          <p:cNvPr id="13" name="Straight Arrow Connector 12">
            <a:extLst>
              <a:ext uri="{FF2B5EF4-FFF2-40B4-BE49-F238E27FC236}">
                <a16:creationId xmlns:a16="http://schemas.microsoft.com/office/drawing/2014/main" id="{3583F29B-68B6-F878-FA30-4FB41579210B}"/>
              </a:ext>
            </a:extLst>
          </p:cNvPr>
          <p:cNvCxnSpPr/>
          <p:nvPr/>
        </p:nvCxnSpPr>
        <p:spPr>
          <a:xfrm>
            <a:off x="7248000" y="2046389"/>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ECC0985-0D6A-F538-6484-B464DC18156D}"/>
              </a:ext>
            </a:extLst>
          </p:cNvPr>
          <p:cNvSpPr txBox="1"/>
          <p:nvPr/>
        </p:nvSpPr>
        <p:spPr>
          <a:xfrm>
            <a:off x="8393077" y="2262163"/>
            <a:ext cx="2648524" cy="646331"/>
          </a:xfrm>
          <a:prstGeom prst="rect">
            <a:avLst/>
          </a:prstGeom>
          <a:noFill/>
        </p:spPr>
        <p:txBody>
          <a:bodyPr wrap="square" rtlCol="0">
            <a:spAutoFit/>
          </a:bodyPr>
          <a:lstStyle/>
          <a:p>
            <a:r>
              <a:rPr lang="en-US"/>
              <a:t>PO inbound &amp; Serial numbers (genesis)</a:t>
            </a:r>
          </a:p>
        </p:txBody>
      </p:sp>
      <p:sp>
        <p:nvSpPr>
          <p:cNvPr id="15" name="Title 1">
            <a:extLst>
              <a:ext uri="{FF2B5EF4-FFF2-40B4-BE49-F238E27FC236}">
                <a16:creationId xmlns:a16="http://schemas.microsoft.com/office/drawing/2014/main" id="{BB5CE188-3AE2-AD28-1604-A92E904E31C4}"/>
              </a:ext>
            </a:extLst>
          </p:cNvPr>
          <p:cNvSpPr>
            <a:spLocks noGrp="1"/>
          </p:cNvSpPr>
          <p:nvPr>
            <p:ph type="title"/>
          </p:nvPr>
        </p:nvSpPr>
        <p:spPr>
          <a:xfrm>
            <a:off x="2636198" y="-257637"/>
            <a:ext cx="8904662" cy="1333040"/>
          </a:xfrm>
        </p:spPr>
        <p:txBody>
          <a:bodyPr/>
          <a:lstStyle/>
          <a:p>
            <a:r>
              <a:rPr lang="en-US"/>
              <a:t>DATA FLOW – POC </a:t>
            </a:r>
            <a:r>
              <a:rPr lang="en-US" sz="2200"/>
              <a:t>1 of 2</a:t>
            </a:r>
          </a:p>
        </p:txBody>
      </p:sp>
      <p:cxnSp>
        <p:nvCxnSpPr>
          <p:cNvPr id="16" name="Straight Arrow Connector 15">
            <a:extLst>
              <a:ext uri="{FF2B5EF4-FFF2-40B4-BE49-F238E27FC236}">
                <a16:creationId xmlns:a16="http://schemas.microsoft.com/office/drawing/2014/main" id="{0CE3E7D9-DE0E-111A-4F7E-3DE173A04680}"/>
              </a:ext>
            </a:extLst>
          </p:cNvPr>
          <p:cNvCxnSpPr/>
          <p:nvPr/>
        </p:nvCxnSpPr>
        <p:spPr>
          <a:xfrm>
            <a:off x="7247999" y="3020592"/>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22A34B-114A-420F-8E77-7C18CEACCB8C}"/>
              </a:ext>
            </a:extLst>
          </p:cNvPr>
          <p:cNvSpPr txBox="1"/>
          <p:nvPr/>
        </p:nvSpPr>
        <p:spPr>
          <a:xfrm>
            <a:off x="8393077" y="1314363"/>
            <a:ext cx="2067049" cy="646331"/>
          </a:xfrm>
          <a:prstGeom prst="rect">
            <a:avLst/>
          </a:prstGeom>
          <a:noFill/>
        </p:spPr>
        <p:txBody>
          <a:bodyPr wrap="square" rtlCol="0">
            <a:spAutoFit/>
          </a:bodyPr>
          <a:lstStyle/>
          <a:p>
            <a:r>
              <a:rPr lang="en-US"/>
              <a:t>Product List (master data)</a:t>
            </a:r>
          </a:p>
        </p:txBody>
      </p:sp>
      <p:cxnSp>
        <p:nvCxnSpPr>
          <p:cNvPr id="18" name="Straight Arrow Connector 17">
            <a:extLst>
              <a:ext uri="{FF2B5EF4-FFF2-40B4-BE49-F238E27FC236}">
                <a16:creationId xmlns:a16="http://schemas.microsoft.com/office/drawing/2014/main" id="{30F4B0EC-CFEB-C3C1-6FF9-D5F0F3D6DF64}"/>
              </a:ext>
            </a:extLst>
          </p:cNvPr>
          <p:cNvCxnSpPr/>
          <p:nvPr/>
        </p:nvCxnSpPr>
        <p:spPr>
          <a:xfrm>
            <a:off x="7247999" y="3977471"/>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7D37F15-3B17-F7B9-47FA-FEE133D75915}"/>
              </a:ext>
            </a:extLst>
          </p:cNvPr>
          <p:cNvSpPr txBox="1"/>
          <p:nvPr/>
        </p:nvSpPr>
        <p:spPr>
          <a:xfrm>
            <a:off x="8393077" y="3225036"/>
            <a:ext cx="2774554" cy="646331"/>
          </a:xfrm>
          <a:prstGeom prst="rect">
            <a:avLst/>
          </a:prstGeom>
          <a:noFill/>
        </p:spPr>
        <p:txBody>
          <a:bodyPr wrap="square" rtlCol="0">
            <a:spAutoFit/>
          </a:bodyPr>
          <a:lstStyle/>
          <a:p>
            <a:r>
              <a:rPr lang="en-US"/>
              <a:t>Product / Serial Number – Status Update</a:t>
            </a:r>
          </a:p>
        </p:txBody>
      </p:sp>
      <p:cxnSp>
        <p:nvCxnSpPr>
          <p:cNvPr id="20" name="Straight Arrow Connector 19">
            <a:extLst>
              <a:ext uri="{FF2B5EF4-FFF2-40B4-BE49-F238E27FC236}">
                <a16:creationId xmlns:a16="http://schemas.microsoft.com/office/drawing/2014/main" id="{C45176A7-0649-C435-6289-B4BB50FD0C41}"/>
              </a:ext>
            </a:extLst>
          </p:cNvPr>
          <p:cNvCxnSpPr>
            <a:cxnSpLocks/>
          </p:cNvCxnSpPr>
          <p:nvPr/>
        </p:nvCxnSpPr>
        <p:spPr>
          <a:xfrm>
            <a:off x="2326828" y="2033851"/>
            <a:ext cx="3347015" cy="12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2A17D63-EEAF-F98C-13CC-24A77EF4FFB7}"/>
              </a:ext>
            </a:extLst>
          </p:cNvPr>
          <p:cNvCxnSpPr>
            <a:cxnSpLocks/>
          </p:cNvCxnSpPr>
          <p:nvPr/>
        </p:nvCxnSpPr>
        <p:spPr>
          <a:xfrm>
            <a:off x="2326828" y="3922570"/>
            <a:ext cx="3347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FA0BC61-4886-BD70-EB3D-03636824C412}"/>
              </a:ext>
            </a:extLst>
          </p:cNvPr>
          <p:cNvSpPr txBox="1"/>
          <p:nvPr/>
        </p:nvSpPr>
        <p:spPr>
          <a:xfrm>
            <a:off x="3193571" y="1501330"/>
            <a:ext cx="2067049" cy="369332"/>
          </a:xfrm>
          <a:prstGeom prst="rect">
            <a:avLst/>
          </a:prstGeom>
          <a:noFill/>
        </p:spPr>
        <p:txBody>
          <a:bodyPr wrap="square" rtlCol="0">
            <a:spAutoFit/>
          </a:bodyPr>
          <a:lstStyle/>
          <a:p>
            <a:r>
              <a:rPr lang="en-US" i="1"/>
              <a:t>Physical Delivery</a:t>
            </a:r>
          </a:p>
        </p:txBody>
      </p:sp>
      <p:sp>
        <p:nvSpPr>
          <p:cNvPr id="25" name="TextBox 24">
            <a:extLst>
              <a:ext uri="{FF2B5EF4-FFF2-40B4-BE49-F238E27FC236}">
                <a16:creationId xmlns:a16="http://schemas.microsoft.com/office/drawing/2014/main" id="{0178C6BE-A8F7-E6A7-EAA3-B052DFDBE1D5}"/>
              </a:ext>
            </a:extLst>
          </p:cNvPr>
          <p:cNvSpPr txBox="1"/>
          <p:nvPr/>
        </p:nvSpPr>
        <p:spPr>
          <a:xfrm>
            <a:off x="3078591" y="3502035"/>
            <a:ext cx="2583988" cy="369332"/>
          </a:xfrm>
          <a:prstGeom prst="rect">
            <a:avLst/>
          </a:prstGeom>
          <a:noFill/>
        </p:spPr>
        <p:txBody>
          <a:bodyPr wrap="square" rtlCol="0">
            <a:spAutoFit/>
          </a:bodyPr>
          <a:lstStyle/>
          <a:p>
            <a:r>
              <a:rPr lang="en-US" i="1"/>
              <a:t>Provide Status / activity </a:t>
            </a:r>
          </a:p>
        </p:txBody>
      </p:sp>
      <p:cxnSp>
        <p:nvCxnSpPr>
          <p:cNvPr id="26" name="Straight Arrow Connector 25">
            <a:extLst>
              <a:ext uri="{FF2B5EF4-FFF2-40B4-BE49-F238E27FC236}">
                <a16:creationId xmlns:a16="http://schemas.microsoft.com/office/drawing/2014/main" id="{56823896-E1E1-4B1D-A701-508A731FFC04}"/>
              </a:ext>
            </a:extLst>
          </p:cNvPr>
          <p:cNvCxnSpPr/>
          <p:nvPr/>
        </p:nvCxnSpPr>
        <p:spPr>
          <a:xfrm>
            <a:off x="7272050" y="4963250"/>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80DDA1B-F55E-A5FE-6AE6-45F41CF08A8F}"/>
              </a:ext>
            </a:extLst>
          </p:cNvPr>
          <p:cNvSpPr txBox="1"/>
          <p:nvPr/>
        </p:nvSpPr>
        <p:spPr>
          <a:xfrm>
            <a:off x="8393077" y="4360948"/>
            <a:ext cx="2774554" cy="584775"/>
          </a:xfrm>
          <a:prstGeom prst="rect">
            <a:avLst/>
          </a:prstGeom>
          <a:noFill/>
        </p:spPr>
        <p:txBody>
          <a:bodyPr wrap="square" rtlCol="0">
            <a:spAutoFit/>
          </a:bodyPr>
          <a:lstStyle/>
          <a:p>
            <a:r>
              <a:rPr lang="en-US"/>
              <a:t>Order </a:t>
            </a:r>
            <a:r>
              <a:rPr lang="en-US" sz="1400"/>
              <a:t>(Sales, Replacement, Return)  </a:t>
            </a:r>
            <a:endParaRPr lang="en-US"/>
          </a:p>
        </p:txBody>
      </p:sp>
      <p:sp>
        <p:nvSpPr>
          <p:cNvPr id="28" name="Rectangle 27">
            <a:extLst>
              <a:ext uri="{FF2B5EF4-FFF2-40B4-BE49-F238E27FC236}">
                <a16:creationId xmlns:a16="http://schemas.microsoft.com/office/drawing/2014/main" id="{DCC3C416-CD59-759A-5BCD-DCF730272845}"/>
              </a:ext>
            </a:extLst>
          </p:cNvPr>
          <p:cNvSpPr/>
          <p:nvPr/>
        </p:nvSpPr>
        <p:spPr>
          <a:xfrm>
            <a:off x="11753752" y="1708501"/>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Create PO &amp;</a:t>
            </a:r>
          </a:p>
          <a:p>
            <a:pPr algn="ctr"/>
            <a:r>
              <a:rPr lang="en-US" sz="1600"/>
              <a:t>Create Lot(s)</a:t>
            </a:r>
          </a:p>
        </p:txBody>
      </p:sp>
      <p:sp>
        <p:nvSpPr>
          <p:cNvPr id="29" name="Rectangle 28">
            <a:extLst>
              <a:ext uri="{FF2B5EF4-FFF2-40B4-BE49-F238E27FC236}">
                <a16:creationId xmlns:a16="http://schemas.microsoft.com/office/drawing/2014/main" id="{3E2D8D4C-0C50-D875-EB4B-33DD1933ABAA}"/>
              </a:ext>
            </a:extLst>
          </p:cNvPr>
          <p:cNvSpPr/>
          <p:nvPr/>
        </p:nvSpPr>
        <p:spPr>
          <a:xfrm>
            <a:off x="11753752" y="2635905"/>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Master Data Update (Product)</a:t>
            </a:r>
          </a:p>
        </p:txBody>
      </p:sp>
      <p:sp>
        <p:nvSpPr>
          <p:cNvPr id="30" name="Rectangle 29">
            <a:extLst>
              <a:ext uri="{FF2B5EF4-FFF2-40B4-BE49-F238E27FC236}">
                <a16:creationId xmlns:a16="http://schemas.microsoft.com/office/drawing/2014/main" id="{3F8D414A-6837-848D-14BE-D2E9FC256A5D}"/>
              </a:ext>
            </a:extLst>
          </p:cNvPr>
          <p:cNvSpPr/>
          <p:nvPr/>
        </p:nvSpPr>
        <p:spPr>
          <a:xfrm>
            <a:off x="11753752" y="3605027"/>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(Sales) Order</a:t>
            </a:r>
          </a:p>
        </p:txBody>
      </p:sp>
      <p:sp>
        <p:nvSpPr>
          <p:cNvPr id="31" name="Rectangle 30">
            <a:extLst>
              <a:ext uri="{FF2B5EF4-FFF2-40B4-BE49-F238E27FC236}">
                <a16:creationId xmlns:a16="http://schemas.microsoft.com/office/drawing/2014/main" id="{58E4852D-4B92-D843-F287-A0C65EE9F8FB}"/>
              </a:ext>
            </a:extLst>
          </p:cNvPr>
          <p:cNvSpPr/>
          <p:nvPr/>
        </p:nvSpPr>
        <p:spPr>
          <a:xfrm>
            <a:off x="11753752" y="4556763"/>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Append activities to Lot (s)</a:t>
            </a:r>
          </a:p>
        </p:txBody>
      </p:sp>
      <p:cxnSp>
        <p:nvCxnSpPr>
          <p:cNvPr id="32" name="Straight Arrow Connector 31">
            <a:extLst>
              <a:ext uri="{FF2B5EF4-FFF2-40B4-BE49-F238E27FC236}">
                <a16:creationId xmlns:a16="http://schemas.microsoft.com/office/drawing/2014/main" id="{745F1592-6945-35EF-40F0-F909E9F143D0}"/>
              </a:ext>
            </a:extLst>
          </p:cNvPr>
          <p:cNvCxnSpPr/>
          <p:nvPr/>
        </p:nvCxnSpPr>
        <p:spPr>
          <a:xfrm>
            <a:off x="7247999" y="6004993"/>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7D11034-6FAA-2229-5E9B-147A74C25D3E}"/>
              </a:ext>
            </a:extLst>
          </p:cNvPr>
          <p:cNvSpPr txBox="1"/>
          <p:nvPr/>
        </p:nvSpPr>
        <p:spPr>
          <a:xfrm>
            <a:off x="8393077" y="5219391"/>
            <a:ext cx="2774554" cy="646331"/>
          </a:xfrm>
          <a:prstGeom prst="rect">
            <a:avLst/>
          </a:prstGeom>
          <a:noFill/>
        </p:spPr>
        <p:txBody>
          <a:bodyPr wrap="square" rtlCol="0">
            <a:spAutoFit/>
          </a:bodyPr>
          <a:lstStyle/>
          <a:p>
            <a:r>
              <a:rPr lang="en-US"/>
              <a:t>Distribution Order </a:t>
            </a:r>
          </a:p>
          <a:p>
            <a:r>
              <a:rPr lang="en-US"/>
              <a:t>(</a:t>
            </a:r>
            <a:r>
              <a:rPr lang="en-US" err="1"/>
              <a:t>whr</a:t>
            </a:r>
            <a:r>
              <a:rPr lang="en-US"/>
              <a:t> -&gt; FSL)</a:t>
            </a:r>
          </a:p>
        </p:txBody>
      </p:sp>
      <p:sp>
        <p:nvSpPr>
          <p:cNvPr id="36" name="Rectangle 35">
            <a:extLst>
              <a:ext uri="{FF2B5EF4-FFF2-40B4-BE49-F238E27FC236}">
                <a16:creationId xmlns:a16="http://schemas.microsoft.com/office/drawing/2014/main" id="{E79EE997-9119-2D57-6BA7-CC37B2D1CD43}"/>
              </a:ext>
            </a:extLst>
          </p:cNvPr>
          <p:cNvSpPr/>
          <p:nvPr/>
        </p:nvSpPr>
        <p:spPr>
          <a:xfrm>
            <a:off x="11753752" y="5525345"/>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Append activities to Lot (s)</a:t>
            </a:r>
          </a:p>
        </p:txBody>
      </p:sp>
      <p:cxnSp>
        <p:nvCxnSpPr>
          <p:cNvPr id="37" name="Straight Arrow Connector 36">
            <a:extLst>
              <a:ext uri="{FF2B5EF4-FFF2-40B4-BE49-F238E27FC236}">
                <a16:creationId xmlns:a16="http://schemas.microsoft.com/office/drawing/2014/main" id="{97BACCD1-609D-3998-4020-165FB0B414A0}"/>
              </a:ext>
            </a:extLst>
          </p:cNvPr>
          <p:cNvCxnSpPr/>
          <p:nvPr/>
        </p:nvCxnSpPr>
        <p:spPr>
          <a:xfrm>
            <a:off x="7272050" y="7006077"/>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79ED495-D688-860D-C66B-8BCE761DE131}"/>
              </a:ext>
            </a:extLst>
          </p:cNvPr>
          <p:cNvSpPr txBox="1"/>
          <p:nvPr/>
        </p:nvSpPr>
        <p:spPr>
          <a:xfrm>
            <a:off x="8393077" y="6255986"/>
            <a:ext cx="2774554" cy="646331"/>
          </a:xfrm>
          <a:prstGeom prst="rect">
            <a:avLst/>
          </a:prstGeom>
          <a:noFill/>
        </p:spPr>
        <p:txBody>
          <a:bodyPr wrap="square" rtlCol="0">
            <a:spAutoFit/>
          </a:bodyPr>
          <a:lstStyle/>
          <a:p>
            <a:r>
              <a:rPr lang="en-US"/>
              <a:t>Dispatch Order </a:t>
            </a:r>
          </a:p>
          <a:p>
            <a:r>
              <a:rPr lang="en-US"/>
              <a:t>(Repair,…)</a:t>
            </a:r>
          </a:p>
        </p:txBody>
      </p:sp>
      <p:sp>
        <p:nvSpPr>
          <p:cNvPr id="39" name="Rectangle 38">
            <a:extLst>
              <a:ext uri="{FF2B5EF4-FFF2-40B4-BE49-F238E27FC236}">
                <a16:creationId xmlns:a16="http://schemas.microsoft.com/office/drawing/2014/main" id="{D0A90E8B-5035-D2C8-0256-B63C50251F85}"/>
              </a:ext>
            </a:extLst>
          </p:cNvPr>
          <p:cNvSpPr/>
          <p:nvPr/>
        </p:nvSpPr>
        <p:spPr>
          <a:xfrm>
            <a:off x="11753752" y="6482621"/>
            <a:ext cx="1875099" cy="80942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Append activities to Lot (s)</a:t>
            </a:r>
          </a:p>
        </p:txBody>
      </p:sp>
      <p:cxnSp>
        <p:nvCxnSpPr>
          <p:cNvPr id="40" name="Straight Arrow Connector 39">
            <a:extLst>
              <a:ext uri="{FF2B5EF4-FFF2-40B4-BE49-F238E27FC236}">
                <a16:creationId xmlns:a16="http://schemas.microsoft.com/office/drawing/2014/main" id="{30C09104-EA79-FD16-BB4A-1987DE5913E5}"/>
              </a:ext>
            </a:extLst>
          </p:cNvPr>
          <p:cNvCxnSpPr/>
          <p:nvPr/>
        </p:nvCxnSpPr>
        <p:spPr>
          <a:xfrm>
            <a:off x="7247999" y="7809956"/>
            <a:ext cx="4134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33CD8F7-F2C0-0EB7-0CA6-01C0A3832DF7}"/>
              </a:ext>
            </a:extLst>
          </p:cNvPr>
          <p:cNvSpPr txBox="1"/>
          <p:nvPr/>
        </p:nvSpPr>
        <p:spPr>
          <a:xfrm>
            <a:off x="8393077" y="7266116"/>
            <a:ext cx="2774554" cy="646331"/>
          </a:xfrm>
          <a:prstGeom prst="rect">
            <a:avLst/>
          </a:prstGeom>
          <a:noFill/>
        </p:spPr>
        <p:txBody>
          <a:bodyPr wrap="square" rtlCol="0">
            <a:spAutoFit/>
          </a:bodyPr>
          <a:lstStyle/>
          <a:p>
            <a:r>
              <a:rPr lang="en-US">
                <a:solidFill>
                  <a:srgbClr val="DBDBDB"/>
                </a:solidFill>
              </a:rPr>
              <a:t>Return Order</a:t>
            </a:r>
          </a:p>
          <a:p>
            <a:endParaRPr lang="en-US"/>
          </a:p>
        </p:txBody>
      </p:sp>
      <p:cxnSp>
        <p:nvCxnSpPr>
          <p:cNvPr id="45" name="Connector: Elbow 44">
            <a:extLst>
              <a:ext uri="{FF2B5EF4-FFF2-40B4-BE49-F238E27FC236}">
                <a16:creationId xmlns:a16="http://schemas.microsoft.com/office/drawing/2014/main" id="{501D1C38-E817-E5C0-7201-32EBF28C37B7}"/>
              </a:ext>
            </a:extLst>
          </p:cNvPr>
          <p:cNvCxnSpPr>
            <a:cxnSpLocks/>
          </p:cNvCxnSpPr>
          <p:nvPr/>
        </p:nvCxnSpPr>
        <p:spPr>
          <a:xfrm rot="10800000" flipV="1">
            <a:off x="2326829" y="6285614"/>
            <a:ext cx="3347015" cy="1985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DA8CD24-A8D0-8EA8-EB70-6F26A5BF3D85}"/>
              </a:ext>
            </a:extLst>
          </p:cNvPr>
          <p:cNvSpPr txBox="1"/>
          <p:nvPr/>
        </p:nvSpPr>
        <p:spPr>
          <a:xfrm>
            <a:off x="3190087" y="6015573"/>
            <a:ext cx="1296190" cy="369332"/>
          </a:xfrm>
          <a:prstGeom prst="rect">
            <a:avLst/>
          </a:prstGeom>
          <a:noFill/>
        </p:spPr>
        <p:txBody>
          <a:bodyPr wrap="square" rtlCol="0">
            <a:spAutoFit/>
          </a:bodyPr>
          <a:lstStyle/>
          <a:p>
            <a:r>
              <a:rPr lang="en-US" i="1"/>
              <a:t>Sales</a:t>
            </a:r>
          </a:p>
        </p:txBody>
      </p:sp>
      <p:cxnSp>
        <p:nvCxnSpPr>
          <p:cNvPr id="48" name="Connector: Elbow 47">
            <a:extLst>
              <a:ext uri="{FF2B5EF4-FFF2-40B4-BE49-F238E27FC236}">
                <a16:creationId xmlns:a16="http://schemas.microsoft.com/office/drawing/2014/main" id="{ED89EC16-489E-E8EC-C383-49DA001C363C}"/>
              </a:ext>
            </a:extLst>
          </p:cNvPr>
          <p:cNvCxnSpPr>
            <a:cxnSpLocks/>
          </p:cNvCxnSpPr>
          <p:nvPr/>
        </p:nvCxnSpPr>
        <p:spPr>
          <a:xfrm rot="10800000" flipV="1">
            <a:off x="2326828" y="4504384"/>
            <a:ext cx="3347014" cy="5278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42DDA07-6C8B-3F9B-321E-5A523DF7FE50}"/>
              </a:ext>
            </a:extLst>
          </p:cNvPr>
          <p:cNvSpPr txBox="1"/>
          <p:nvPr/>
        </p:nvSpPr>
        <p:spPr>
          <a:xfrm>
            <a:off x="2538067" y="4668679"/>
            <a:ext cx="1492169" cy="369332"/>
          </a:xfrm>
          <a:prstGeom prst="rect">
            <a:avLst/>
          </a:prstGeom>
          <a:noFill/>
        </p:spPr>
        <p:txBody>
          <a:bodyPr wrap="square" rtlCol="0">
            <a:spAutoFit/>
          </a:bodyPr>
          <a:lstStyle/>
          <a:p>
            <a:r>
              <a:rPr lang="en-US" i="1"/>
              <a:t>Distribution</a:t>
            </a:r>
          </a:p>
        </p:txBody>
      </p:sp>
      <p:cxnSp>
        <p:nvCxnSpPr>
          <p:cNvPr id="50" name="Connector: Elbow 49">
            <a:extLst>
              <a:ext uri="{FF2B5EF4-FFF2-40B4-BE49-F238E27FC236}">
                <a16:creationId xmlns:a16="http://schemas.microsoft.com/office/drawing/2014/main" id="{B0D36B55-8E94-F28D-9CF5-84039BCE1D48}"/>
              </a:ext>
            </a:extLst>
          </p:cNvPr>
          <p:cNvCxnSpPr>
            <a:cxnSpLocks/>
          </p:cNvCxnSpPr>
          <p:nvPr/>
        </p:nvCxnSpPr>
        <p:spPr>
          <a:xfrm rot="10800000">
            <a:off x="2326828" y="2301392"/>
            <a:ext cx="3347014" cy="841074"/>
          </a:xfrm>
          <a:prstGeom prst="bentConnector3">
            <a:avLst>
              <a:gd name="adj1" fmla="val 64854"/>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E2DD53C-ED3F-BA4E-ECDF-4E32906634BE}"/>
              </a:ext>
            </a:extLst>
          </p:cNvPr>
          <p:cNvSpPr txBox="1"/>
          <p:nvPr/>
        </p:nvSpPr>
        <p:spPr>
          <a:xfrm>
            <a:off x="3569342" y="2415895"/>
            <a:ext cx="1439086" cy="646331"/>
          </a:xfrm>
          <a:prstGeom prst="rect">
            <a:avLst/>
          </a:prstGeom>
          <a:noFill/>
        </p:spPr>
        <p:txBody>
          <a:bodyPr wrap="square" rtlCol="0">
            <a:spAutoFit/>
          </a:bodyPr>
          <a:lstStyle/>
          <a:p>
            <a:r>
              <a:rPr lang="en-US" i="1"/>
              <a:t>Dispatch (for repair)</a:t>
            </a:r>
          </a:p>
        </p:txBody>
      </p:sp>
      <p:cxnSp>
        <p:nvCxnSpPr>
          <p:cNvPr id="53" name="Connector: Elbow 52">
            <a:extLst>
              <a:ext uri="{FF2B5EF4-FFF2-40B4-BE49-F238E27FC236}">
                <a16:creationId xmlns:a16="http://schemas.microsoft.com/office/drawing/2014/main" id="{F8B59CA2-699A-4500-EFDD-D70C3AFC67EE}"/>
              </a:ext>
            </a:extLst>
          </p:cNvPr>
          <p:cNvCxnSpPr>
            <a:cxnSpLocks/>
            <a:stCxn id="10" idx="3"/>
          </p:cNvCxnSpPr>
          <p:nvPr/>
        </p:nvCxnSpPr>
        <p:spPr>
          <a:xfrm>
            <a:off x="2344584" y="6868100"/>
            <a:ext cx="3353310" cy="3873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DF47DC0-B550-F6AE-F5D3-56E72EE32823}"/>
              </a:ext>
            </a:extLst>
          </p:cNvPr>
          <p:cNvSpPr txBox="1"/>
          <p:nvPr/>
        </p:nvSpPr>
        <p:spPr>
          <a:xfrm>
            <a:off x="3091377" y="7061474"/>
            <a:ext cx="1339952" cy="369332"/>
          </a:xfrm>
          <a:prstGeom prst="rect">
            <a:avLst/>
          </a:prstGeom>
          <a:noFill/>
        </p:spPr>
        <p:txBody>
          <a:bodyPr wrap="square" rtlCol="0">
            <a:spAutoFit/>
          </a:bodyPr>
          <a:lstStyle/>
          <a:p>
            <a:r>
              <a:rPr lang="en-US" i="1">
                <a:solidFill>
                  <a:srgbClr val="DBDBDB"/>
                </a:solidFill>
              </a:rPr>
              <a:t>Return</a:t>
            </a:r>
          </a:p>
        </p:txBody>
      </p:sp>
      <p:sp>
        <p:nvSpPr>
          <p:cNvPr id="58" name="TextBox 57">
            <a:extLst>
              <a:ext uri="{FF2B5EF4-FFF2-40B4-BE49-F238E27FC236}">
                <a16:creationId xmlns:a16="http://schemas.microsoft.com/office/drawing/2014/main" id="{F066C3FE-65E2-6297-0D99-6C2B016BD421}"/>
              </a:ext>
            </a:extLst>
          </p:cNvPr>
          <p:cNvSpPr txBox="1"/>
          <p:nvPr/>
        </p:nvSpPr>
        <p:spPr>
          <a:xfrm>
            <a:off x="1539749" y="673354"/>
            <a:ext cx="4304813" cy="369332"/>
          </a:xfrm>
          <a:prstGeom prst="rect">
            <a:avLst/>
          </a:prstGeom>
          <a:noFill/>
          <a:ln>
            <a:solidFill>
              <a:schemeClr val="tx1"/>
            </a:solidFill>
          </a:ln>
        </p:spPr>
        <p:txBody>
          <a:bodyPr wrap="square" rtlCol="0">
            <a:spAutoFit/>
          </a:bodyPr>
          <a:lstStyle/>
          <a:p>
            <a:pPr algn="ctr"/>
            <a:r>
              <a:rPr lang="en-US" i="1" u="sng"/>
              <a:t>Physical Moves</a:t>
            </a:r>
          </a:p>
        </p:txBody>
      </p:sp>
      <p:sp>
        <p:nvSpPr>
          <p:cNvPr id="59" name="Oval 58">
            <a:extLst>
              <a:ext uri="{FF2B5EF4-FFF2-40B4-BE49-F238E27FC236}">
                <a16:creationId xmlns:a16="http://schemas.microsoft.com/office/drawing/2014/main" id="{438BFEC2-EC93-B8CB-55EF-A510F4AFC3FD}"/>
              </a:ext>
            </a:extLst>
          </p:cNvPr>
          <p:cNvSpPr/>
          <p:nvPr/>
        </p:nvSpPr>
        <p:spPr>
          <a:xfrm>
            <a:off x="7695054" y="2363936"/>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1</a:t>
            </a:r>
          </a:p>
        </p:txBody>
      </p:sp>
      <p:sp>
        <p:nvSpPr>
          <p:cNvPr id="71" name="TextBox 70">
            <a:extLst>
              <a:ext uri="{FF2B5EF4-FFF2-40B4-BE49-F238E27FC236}">
                <a16:creationId xmlns:a16="http://schemas.microsoft.com/office/drawing/2014/main" id="{A9CC3FE1-2564-9ACA-797D-DACA9AFC0494}"/>
              </a:ext>
            </a:extLst>
          </p:cNvPr>
          <p:cNvSpPr txBox="1"/>
          <p:nvPr/>
        </p:nvSpPr>
        <p:spPr>
          <a:xfrm>
            <a:off x="11722579" y="1309077"/>
            <a:ext cx="1814063" cy="369332"/>
          </a:xfrm>
          <a:prstGeom prst="rect">
            <a:avLst/>
          </a:prstGeom>
          <a:noFill/>
        </p:spPr>
        <p:txBody>
          <a:bodyPr wrap="square" rtlCol="0">
            <a:spAutoFit/>
          </a:bodyPr>
          <a:lstStyle/>
          <a:p>
            <a:r>
              <a:rPr lang="en-US">
                <a:solidFill>
                  <a:schemeClr val="bg1"/>
                </a:solidFill>
              </a:rPr>
              <a:t>E2open E2MC</a:t>
            </a:r>
          </a:p>
        </p:txBody>
      </p:sp>
      <p:sp>
        <p:nvSpPr>
          <p:cNvPr id="2" name="Oval 1">
            <a:extLst>
              <a:ext uri="{FF2B5EF4-FFF2-40B4-BE49-F238E27FC236}">
                <a16:creationId xmlns:a16="http://schemas.microsoft.com/office/drawing/2014/main" id="{47049FE7-26F4-F728-38F4-1050215B75BF}"/>
              </a:ext>
            </a:extLst>
          </p:cNvPr>
          <p:cNvSpPr/>
          <p:nvPr/>
        </p:nvSpPr>
        <p:spPr>
          <a:xfrm>
            <a:off x="2580543" y="1479903"/>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1</a:t>
            </a:r>
          </a:p>
        </p:txBody>
      </p:sp>
      <p:sp>
        <p:nvSpPr>
          <p:cNvPr id="3" name="Oval 2">
            <a:extLst>
              <a:ext uri="{FF2B5EF4-FFF2-40B4-BE49-F238E27FC236}">
                <a16:creationId xmlns:a16="http://schemas.microsoft.com/office/drawing/2014/main" id="{FF9F7696-C216-23F1-1AC1-9E7ED58CD7BD}"/>
              </a:ext>
            </a:extLst>
          </p:cNvPr>
          <p:cNvSpPr/>
          <p:nvPr/>
        </p:nvSpPr>
        <p:spPr>
          <a:xfrm>
            <a:off x="7695054" y="3331643"/>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2</a:t>
            </a:r>
          </a:p>
        </p:txBody>
      </p:sp>
      <p:sp>
        <p:nvSpPr>
          <p:cNvPr id="5" name="Oval 4">
            <a:extLst>
              <a:ext uri="{FF2B5EF4-FFF2-40B4-BE49-F238E27FC236}">
                <a16:creationId xmlns:a16="http://schemas.microsoft.com/office/drawing/2014/main" id="{F148A7D3-6462-492D-3235-3632148C4466}"/>
              </a:ext>
            </a:extLst>
          </p:cNvPr>
          <p:cNvSpPr/>
          <p:nvPr/>
        </p:nvSpPr>
        <p:spPr>
          <a:xfrm>
            <a:off x="7695054" y="4361211"/>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3</a:t>
            </a:r>
          </a:p>
        </p:txBody>
      </p:sp>
      <p:sp>
        <p:nvSpPr>
          <p:cNvPr id="6" name="Oval 5">
            <a:extLst>
              <a:ext uri="{FF2B5EF4-FFF2-40B4-BE49-F238E27FC236}">
                <a16:creationId xmlns:a16="http://schemas.microsoft.com/office/drawing/2014/main" id="{F3EE57A3-4242-7BBD-E39C-E341FBAC48E4}"/>
              </a:ext>
            </a:extLst>
          </p:cNvPr>
          <p:cNvSpPr/>
          <p:nvPr/>
        </p:nvSpPr>
        <p:spPr>
          <a:xfrm>
            <a:off x="7695054" y="5312328"/>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4</a:t>
            </a:r>
          </a:p>
        </p:txBody>
      </p:sp>
      <p:sp>
        <p:nvSpPr>
          <p:cNvPr id="12" name="Oval 11">
            <a:extLst>
              <a:ext uri="{FF2B5EF4-FFF2-40B4-BE49-F238E27FC236}">
                <a16:creationId xmlns:a16="http://schemas.microsoft.com/office/drawing/2014/main" id="{EF98BA7C-2FE9-D57F-00D2-F43F82D2D8C3}"/>
              </a:ext>
            </a:extLst>
          </p:cNvPr>
          <p:cNvSpPr/>
          <p:nvPr/>
        </p:nvSpPr>
        <p:spPr>
          <a:xfrm>
            <a:off x="7695054" y="6359983"/>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5</a:t>
            </a:r>
          </a:p>
        </p:txBody>
      </p:sp>
      <p:sp>
        <p:nvSpPr>
          <p:cNvPr id="21" name="Oval 20">
            <a:extLst>
              <a:ext uri="{FF2B5EF4-FFF2-40B4-BE49-F238E27FC236}">
                <a16:creationId xmlns:a16="http://schemas.microsoft.com/office/drawing/2014/main" id="{7111E003-6DFB-C2DE-8267-4B6C79B69B43}"/>
              </a:ext>
            </a:extLst>
          </p:cNvPr>
          <p:cNvSpPr/>
          <p:nvPr/>
        </p:nvSpPr>
        <p:spPr>
          <a:xfrm>
            <a:off x="7695054" y="7231276"/>
            <a:ext cx="486784" cy="43311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6</a:t>
            </a:r>
          </a:p>
        </p:txBody>
      </p:sp>
      <p:sp>
        <p:nvSpPr>
          <p:cNvPr id="23" name="TextBox 22">
            <a:extLst>
              <a:ext uri="{FF2B5EF4-FFF2-40B4-BE49-F238E27FC236}">
                <a16:creationId xmlns:a16="http://schemas.microsoft.com/office/drawing/2014/main" id="{F8930B88-3CFF-375C-2220-B2E372BE055A}"/>
              </a:ext>
            </a:extLst>
          </p:cNvPr>
          <p:cNvSpPr txBox="1"/>
          <p:nvPr/>
        </p:nvSpPr>
        <p:spPr>
          <a:xfrm>
            <a:off x="7162637" y="673354"/>
            <a:ext cx="4304813" cy="369332"/>
          </a:xfrm>
          <a:prstGeom prst="rect">
            <a:avLst/>
          </a:prstGeom>
          <a:noFill/>
          <a:ln>
            <a:solidFill>
              <a:schemeClr val="tx1"/>
            </a:solidFill>
          </a:ln>
        </p:spPr>
        <p:txBody>
          <a:bodyPr wrap="square" rtlCol="0">
            <a:spAutoFit/>
          </a:bodyPr>
          <a:lstStyle/>
          <a:p>
            <a:pPr algn="ctr"/>
            <a:r>
              <a:rPr lang="en-US" i="1" u="sng"/>
              <a:t>Data – GET inbound</a:t>
            </a:r>
          </a:p>
        </p:txBody>
      </p:sp>
      <p:sp>
        <p:nvSpPr>
          <p:cNvPr id="34" name="Oval 33">
            <a:extLst>
              <a:ext uri="{FF2B5EF4-FFF2-40B4-BE49-F238E27FC236}">
                <a16:creationId xmlns:a16="http://schemas.microsoft.com/office/drawing/2014/main" id="{A1D19A73-C31B-5523-2348-E707F3A90996}"/>
              </a:ext>
            </a:extLst>
          </p:cNvPr>
          <p:cNvSpPr/>
          <p:nvPr/>
        </p:nvSpPr>
        <p:spPr>
          <a:xfrm>
            <a:off x="2580543" y="3425786"/>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2</a:t>
            </a:r>
          </a:p>
        </p:txBody>
      </p:sp>
      <p:sp>
        <p:nvSpPr>
          <p:cNvPr id="35" name="Oval 34">
            <a:extLst>
              <a:ext uri="{FF2B5EF4-FFF2-40B4-BE49-F238E27FC236}">
                <a16:creationId xmlns:a16="http://schemas.microsoft.com/office/drawing/2014/main" id="{1ED65484-21C9-8B59-2993-686F9F45586C}"/>
              </a:ext>
            </a:extLst>
          </p:cNvPr>
          <p:cNvSpPr/>
          <p:nvPr/>
        </p:nvSpPr>
        <p:spPr>
          <a:xfrm>
            <a:off x="2580543" y="5979191"/>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3</a:t>
            </a:r>
          </a:p>
        </p:txBody>
      </p:sp>
      <p:sp>
        <p:nvSpPr>
          <p:cNvPr id="42" name="Oval 41">
            <a:extLst>
              <a:ext uri="{FF2B5EF4-FFF2-40B4-BE49-F238E27FC236}">
                <a16:creationId xmlns:a16="http://schemas.microsoft.com/office/drawing/2014/main" id="{4F34CF78-8B26-E40A-0180-6E13D7680D3D}"/>
              </a:ext>
            </a:extLst>
          </p:cNvPr>
          <p:cNvSpPr/>
          <p:nvPr/>
        </p:nvSpPr>
        <p:spPr>
          <a:xfrm>
            <a:off x="2580543" y="5174388"/>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4</a:t>
            </a:r>
          </a:p>
        </p:txBody>
      </p:sp>
      <p:sp>
        <p:nvSpPr>
          <p:cNvPr id="44" name="Oval 43">
            <a:extLst>
              <a:ext uri="{FF2B5EF4-FFF2-40B4-BE49-F238E27FC236}">
                <a16:creationId xmlns:a16="http://schemas.microsoft.com/office/drawing/2014/main" id="{8DE158A7-D6F3-8827-D7B7-DAFA7243A343}"/>
              </a:ext>
            </a:extLst>
          </p:cNvPr>
          <p:cNvSpPr/>
          <p:nvPr/>
        </p:nvSpPr>
        <p:spPr>
          <a:xfrm>
            <a:off x="2580543" y="2381331"/>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5</a:t>
            </a:r>
          </a:p>
        </p:txBody>
      </p:sp>
      <p:sp>
        <p:nvSpPr>
          <p:cNvPr id="47" name="Oval 46">
            <a:extLst>
              <a:ext uri="{FF2B5EF4-FFF2-40B4-BE49-F238E27FC236}">
                <a16:creationId xmlns:a16="http://schemas.microsoft.com/office/drawing/2014/main" id="{FA954A2B-256C-F283-30F6-16116ACF1945}"/>
              </a:ext>
            </a:extLst>
          </p:cNvPr>
          <p:cNvSpPr/>
          <p:nvPr/>
        </p:nvSpPr>
        <p:spPr>
          <a:xfrm>
            <a:off x="2580543" y="7049558"/>
            <a:ext cx="486784" cy="433116"/>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6</a:t>
            </a:r>
          </a:p>
        </p:txBody>
      </p:sp>
      <p:sp>
        <p:nvSpPr>
          <p:cNvPr id="55" name="Rectangle 54">
            <a:extLst>
              <a:ext uri="{FF2B5EF4-FFF2-40B4-BE49-F238E27FC236}">
                <a16:creationId xmlns:a16="http://schemas.microsoft.com/office/drawing/2014/main" id="{227CC804-F8DA-61BB-80BD-8FD4D11E9631}"/>
              </a:ext>
            </a:extLst>
          </p:cNvPr>
          <p:cNvSpPr/>
          <p:nvPr/>
        </p:nvSpPr>
        <p:spPr>
          <a:xfrm>
            <a:off x="11753751" y="7405242"/>
            <a:ext cx="1875099" cy="50720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E2Analytics</a:t>
            </a:r>
          </a:p>
        </p:txBody>
      </p:sp>
      <p:sp>
        <p:nvSpPr>
          <p:cNvPr id="72" name="Rectangle 71">
            <a:extLst>
              <a:ext uri="{FF2B5EF4-FFF2-40B4-BE49-F238E27FC236}">
                <a16:creationId xmlns:a16="http://schemas.microsoft.com/office/drawing/2014/main" id="{71B105E2-4797-0BA4-C707-8783B3DDD63F}"/>
              </a:ext>
            </a:extLst>
          </p:cNvPr>
          <p:cNvSpPr/>
          <p:nvPr/>
        </p:nvSpPr>
        <p:spPr>
          <a:xfrm>
            <a:off x="446809" y="7564161"/>
            <a:ext cx="1371600" cy="551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Tree>
    <p:extLst>
      <p:ext uri="{BB962C8B-B14F-4D97-AF65-F5344CB8AC3E}">
        <p14:creationId xmlns:p14="http://schemas.microsoft.com/office/powerpoint/2010/main" val="2662939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55A6-7DEC-67F5-4317-8D703F116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0D9C7-4C4A-CF26-70DB-F4EA2B13DBAC}"/>
              </a:ext>
            </a:extLst>
          </p:cNvPr>
          <p:cNvSpPr>
            <a:spLocks noGrp="1"/>
          </p:cNvSpPr>
          <p:nvPr>
            <p:ph type="title"/>
          </p:nvPr>
        </p:nvSpPr>
        <p:spPr>
          <a:xfrm>
            <a:off x="548640" y="163831"/>
            <a:ext cx="13533120" cy="529699"/>
          </a:xfrm>
        </p:spPr>
        <p:txBody>
          <a:bodyPr anchor="t"/>
          <a:lstStyle/>
          <a:p>
            <a:r>
              <a:rPr lang="en-US" dirty="0"/>
              <a:t>		Payment Terminal State (at Serial Number level)</a:t>
            </a:r>
          </a:p>
        </p:txBody>
      </p:sp>
      <p:sp>
        <p:nvSpPr>
          <p:cNvPr id="34" name="TextBox 33">
            <a:extLst>
              <a:ext uri="{FF2B5EF4-FFF2-40B4-BE49-F238E27FC236}">
                <a16:creationId xmlns:a16="http://schemas.microsoft.com/office/drawing/2014/main" id="{58360582-D63B-9BA0-66ED-2940CE4604E4}"/>
              </a:ext>
            </a:extLst>
          </p:cNvPr>
          <p:cNvSpPr txBox="1"/>
          <p:nvPr/>
        </p:nvSpPr>
        <p:spPr>
          <a:xfrm>
            <a:off x="4020263" y="323928"/>
            <a:ext cx="4144164" cy="311175"/>
          </a:xfrm>
          <a:prstGeom prst="rect">
            <a:avLst/>
          </a:prstGeom>
          <a:noFill/>
        </p:spPr>
        <p:txBody>
          <a:bodyPr wrap="square">
            <a:spAutoFit/>
          </a:bodyPr>
          <a:lstStyle/>
          <a:p>
            <a:pPr marL="0" marR="0" lvl="0" indent="0" algn="l" defTabSz="812701" rtl="0" eaLnBrk="1" fontAlgn="auto" latinLnBrk="0" hangingPunct="1">
              <a:lnSpc>
                <a:spcPct val="100000"/>
              </a:lnSpc>
              <a:spcBef>
                <a:spcPts val="0"/>
              </a:spcBef>
              <a:spcAft>
                <a:spcPts val="0"/>
              </a:spcAft>
              <a:buClrTx/>
              <a:buSzTx/>
              <a:buFontTx/>
              <a:buNone/>
              <a:tabLst/>
              <a:defRPr/>
            </a:pPr>
            <a:r>
              <a:rPr kumimoji="0" lang="en-US" sz="1422" b="0"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 </a:t>
            </a:r>
          </a:p>
        </p:txBody>
      </p:sp>
      <p:cxnSp>
        <p:nvCxnSpPr>
          <p:cNvPr id="4" name="Straight Connector 3">
            <a:extLst>
              <a:ext uri="{FF2B5EF4-FFF2-40B4-BE49-F238E27FC236}">
                <a16:creationId xmlns:a16="http://schemas.microsoft.com/office/drawing/2014/main" id="{7C0B8ABF-C719-BBA6-2FA3-E671E40BF805}"/>
              </a:ext>
            </a:extLst>
          </p:cNvPr>
          <p:cNvCxnSpPr>
            <a:cxnSpLocks/>
          </p:cNvCxnSpPr>
          <p:nvPr/>
        </p:nvCxnSpPr>
        <p:spPr>
          <a:xfrm>
            <a:off x="629816" y="1315611"/>
            <a:ext cx="133707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2F8ACF5-E546-FB6F-5568-389B85614E7D}"/>
              </a:ext>
            </a:extLst>
          </p:cNvPr>
          <p:cNvCxnSpPr>
            <a:cxnSpLocks/>
          </p:cNvCxnSpPr>
          <p:nvPr/>
        </p:nvCxnSpPr>
        <p:spPr>
          <a:xfrm>
            <a:off x="629816" y="2407311"/>
            <a:ext cx="133707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A0B674-F5E4-E417-B982-10C7C06ADBBF}"/>
              </a:ext>
            </a:extLst>
          </p:cNvPr>
          <p:cNvCxnSpPr>
            <a:cxnSpLocks/>
          </p:cNvCxnSpPr>
          <p:nvPr/>
        </p:nvCxnSpPr>
        <p:spPr>
          <a:xfrm>
            <a:off x="629816" y="4354281"/>
            <a:ext cx="133707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 name="Arrow: Chevron 2">
            <a:extLst>
              <a:ext uri="{FF2B5EF4-FFF2-40B4-BE49-F238E27FC236}">
                <a16:creationId xmlns:a16="http://schemas.microsoft.com/office/drawing/2014/main" id="{5FF21893-CD8E-D21C-5B17-72811FD0C25F}"/>
              </a:ext>
            </a:extLst>
          </p:cNvPr>
          <p:cNvSpPr/>
          <p:nvPr/>
        </p:nvSpPr>
        <p:spPr>
          <a:xfrm>
            <a:off x="2058064" y="5277420"/>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85000" lnSpcReduction="10000"/>
          </a:bodyPr>
          <a:lstStyle/>
          <a:p>
            <a:pPr algn="ctr">
              <a:lnSpc>
                <a:spcPct val="110000"/>
              </a:lnSpc>
              <a:spcBef>
                <a:spcPct val="0"/>
              </a:spcBef>
            </a:pPr>
            <a:r>
              <a:rPr lang="en-US" sz="1200">
                <a:solidFill>
                  <a:schemeClr val="accent3"/>
                </a:solidFill>
                <a:ea typeface="+mj-ea"/>
                <a:cs typeface="+mj-cs"/>
              </a:rPr>
              <a:t>ENCRYPTION_KEY_LOADED</a:t>
            </a:r>
          </a:p>
        </p:txBody>
      </p:sp>
      <p:sp>
        <p:nvSpPr>
          <p:cNvPr id="5" name="Arrow: Pentagon 4">
            <a:extLst>
              <a:ext uri="{FF2B5EF4-FFF2-40B4-BE49-F238E27FC236}">
                <a16:creationId xmlns:a16="http://schemas.microsoft.com/office/drawing/2014/main" id="{11D17501-EE1F-9B98-896A-839B9327D3A9}"/>
              </a:ext>
            </a:extLst>
          </p:cNvPr>
          <p:cNvSpPr/>
          <p:nvPr/>
        </p:nvSpPr>
        <p:spPr>
          <a:xfrm>
            <a:off x="759462" y="5277420"/>
            <a:ext cx="1390811" cy="537882"/>
          </a:xfrm>
          <a:prstGeom prst="homePlate">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90000"/>
              </a:lnSpc>
              <a:spcBef>
                <a:spcPct val="0"/>
              </a:spcBef>
            </a:pPr>
            <a:r>
              <a:rPr lang="en-US" sz="1000">
                <a:solidFill>
                  <a:schemeClr val="accent3"/>
                </a:solidFill>
                <a:ea typeface="+mj-ea"/>
                <a:cs typeface="+mj-cs"/>
              </a:rPr>
              <a:t>QUARANTINE</a:t>
            </a:r>
          </a:p>
        </p:txBody>
      </p:sp>
      <p:sp>
        <p:nvSpPr>
          <p:cNvPr id="6" name="Arrow: Chevron 5">
            <a:extLst>
              <a:ext uri="{FF2B5EF4-FFF2-40B4-BE49-F238E27FC236}">
                <a16:creationId xmlns:a16="http://schemas.microsoft.com/office/drawing/2014/main" id="{39A10242-FA6D-C0D4-C42A-343485E73B8F}"/>
              </a:ext>
            </a:extLst>
          </p:cNvPr>
          <p:cNvSpPr/>
          <p:nvPr/>
        </p:nvSpPr>
        <p:spPr>
          <a:xfrm>
            <a:off x="3669946" y="5277420"/>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20000"/>
              </a:lnSpc>
              <a:spcBef>
                <a:spcPct val="0"/>
              </a:spcBef>
            </a:pPr>
            <a:r>
              <a:rPr lang="en-US" sz="1000">
                <a:solidFill>
                  <a:schemeClr val="accent3"/>
                </a:solidFill>
                <a:ea typeface="+mj-ea"/>
                <a:cs typeface="+mj-cs"/>
              </a:rPr>
              <a:t>STAGING</a:t>
            </a:r>
          </a:p>
        </p:txBody>
      </p:sp>
      <p:sp>
        <p:nvSpPr>
          <p:cNvPr id="7" name="Arrow: Chevron 6">
            <a:extLst>
              <a:ext uri="{FF2B5EF4-FFF2-40B4-BE49-F238E27FC236}">
                <a16:creationId xmlns:a16="http://schemas.microsoft.com/office/drawing/2014/main" id="{4FE35519-B68C-3F2A-589F-7E6A17515CCC}"/>
              </a:ext>
            </a:extLst>
          </p:cNvPr>
          <p:cNvSpPr/>
          <p:nvPr/>
        </p:nvSpPr>
        <p:spPr>
          <a:xfrm>
            <a:off x="5281828" y="5277420"/>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40000"/>
              </a:lnSpc>
              <a:spcBef>
                <a:spcPct val="0"/>
              </a:spcBef>
            </a:pPr>
            <a:r>
              <a:rPr lang="en-US" sz="1000">
                <a:solidFill>
                  <a:schemeClr val="accent3"/>
                </a:solidFill>
                <a:ea typeface="+mj-ea"/>
                <a:cs typeface="+mj-cs"/>
              </a:rPr>
              <a:t>AVAILABLE</a:t>
            </a:r>
          </a:p>
        </p:txBody>
      </p:sp>
      <p:sp>
        <p:nvSpPr>
          <p:cNvPr id="8" name="Arrow: Chevron 7">
            <a:extLst>
              <a:ext uri="{FF2B5EF4-FFF2-40B4-BE49-F238E27FC236}">
                <a16:creationId xmlns:a16="http://schemas.microsoft.com/office/drawing/2014/main" id="{88FD3239-A55F-2E69-D0C0-DF6EB1C6E18F}"/>
              </a:ext>
            </a:extLst>
          </p:cNvPr>
          <p:cNvSpPr/>
          <p:nvPr/>
        </p:nvSpPr>
        <p:spPr>
          <a:xfrm>
            <a:off x="8993735" y="5277420"/>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solidFill>
                  <a:schemeClr val="accent3"/>
                </a:solidFill>
                <a:ea typeface="+mj-ea"/>
                <a:cs typeface="+mj-cs"/>
              </a:rPr>
              <a:t>TRANSIT_TO_COMPANY</a:t>
            </a:r>
          </a:p>
        </p:txBody>
      </p:sp>
      <p:sp>
        <p:nvSpPr>
          <p:cNvPr id="11" name="Rectangle 10">
            <a:extLst>
              <a:ext uri="{FF2B5EF4-FFF2-40B4-BE49-F238E27FC236}">
                <a16:creationId xmlns:a16="http://schemas.microsoft.com/office/drawing/2014/main" id="{CC98BE10-1600-DC23-83C9-6780659B8515}"/>
              </a:ext>
            </a:extLst>
          </p:cNvPr>
          <p:cNvSpPr/>
          <p:nvPr/>
        </p:nvSpPr>
        <p:spPr>
          <a:xfrm>
            <a:off x="759462"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PO</a:t>
            </a:r>
          </a:p>
        </p:txBody>
      </p:sp>
      <p:sp>
        <p:nvSpPr>
          <p:cNvPr id="12" name="Rectangle 11">
            <a:extLst>
              <a:ext uri="{FF2B5EF4-FFF2-40B4-BE49-F238E27FC236}">
                <a16:creationId xmlns:a16="http://schemas.microsoft.com/office/drawing/2014/main" id="{9CDFA4E5-CBB9-D0B5-CCD5-BFE6273948D2}"/>
              </a:ext>
            </a:extLst>
          </p:cNvPr>
          <p:cNvSpPr/>
          <p:nvPr/>
        </p:nvSpPr>
        <p:spPr>
          <a:xfrm>
            <a:off x="2002080"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Ser#</a:t>
            </a:r>
          </a:p>
        </p:txBody>
      </p:sp>
      <p:sp>
        <p:nvSpPr>
          <p:cNvPr id="13" name="TextBox 12">
            <a:extLst>
              <a:ext uri="{FF2B5EF4-FFF2-40B4-BE49-F238E27FC236}">
                <a16:creationId xmlns:a16="http://schemas.microsoft.com/office/drawing/2014/main" id="{202C7BD9-93D6-DBE5-F2CA-8B08575FF081}"/>
              </a:ext>
            </a:extLst>
          </p:cNvPr>
          <p:cNvSpPr txBox="1"/>
          <p:nvPr/>
        </p:nvSpPr>
        <p:spPr>
          <a:xfrm>
            <a:off x="759462" y="6298436"/>
            <a:ext cx="1242618" cy="800219"/>
          </a:xfrm>
          <a:prstGeom prst="rect">
            <a:avLst/>
          </a:prstGeom>
          <a:noFill/>
        </p:spPr>
        <p:txBody>
          <a:bodyPr wrap="square" rtlCol="0">
            <a:spAutoFit/>
          </a:bodyPr>
          <a:lstStyle/>
          <a:p>
            <a:r>
              <a:rPr lang="en-US" sz="1000"/>
              <a:t>Purchase Order:</a:t>
            </a:r>
          </a:p>
          <a:p>
            <a:pPr marL="171450" indent="-171450">
              <a:buFontTx/>
              <a:buChar char="-"/>
            </a:pPr>
            <a:r>
              <a:rPr lang="en-US" sz="900"/>
              <a:t>Shipped</a:t>
            </a:r>
          </a:p>
          <a:p>
            <a:pPr marL="171450" indent="-171450">
              <a:buFontTx/>
              <a:buChar char="-"/>
            </a:pPr>
            <a:r>
              <a:rPr lang="en-US" sz="900"/>
              <a:t>Includes Serial#</a:t>
            </a:r>
          </a:p>
          <a:p>
            <a:pPr marL="171450" indent="-171450">
              <a:buFontTx/>
              <a:buChar char="-"/>
            </a:pPr>
            <a:endParaRPr lang="en-US" sz="900"/>
          </a:p>
          <a:p>
            <a:r>
              <a:rPr lang="en-US" sz="900"/>
              <a:t>===============</a:t>
            </a:r>
          </a:p>
        </p:txBody>
      </p:sp>
      <p:sp>
        <p:nvSpPr>
          <p:cNvPr id="14" name="Arrow: Chevron 13">
            <a:extLst>
              <a:ext uri="{FF2B5EF4-FFF2-40B4-BE49-F238E27FC236}">
                <a16:creationId xmlns:a16="http://schemas.microsoft.com/office/drawing/2014/main" id="{642EE9D7-455B-A8E7-526C-A0C84910DC31}"/>
              </a:ext>
            </a:extLst>
          </p:cNvPr>
          <p:cNvSpPr/>
          <p:nvPr/>
        </p:nvSpPr>
        <p:spPr>
          <a:xfrm>
            <a:off x="10562805" y="5277420"/>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r>
              <a:rPr lang="en-US" sz="1000">
                <a:solidFill>
                  <a:schemeClr val="accent3"/>
                </a:solidFill>
                <a:ea typeface="+mj-ea"/>
                <a:cs typeface="+mj-cs"/>
              </a:rPr>
              <a:t>RECEIVED</a:t>
            </a:r>
          </a:p>
        </p:txBody>
      </p:sp>
      <p:sp>
        <p:nvSpPr>
          <p:cNvPr id="15" name="Arrow: Chevron 14">
            <a:extLst>
              <a:ext uri="{FF2B5EF4-FFF2-40B4-BE49-F238E27FC236}">
                <a16:creationId xmlns:a16="http://schemas.microsoft.com/office/drawing/2014/main" id="{6E491D74-7995-8B77-D3DA-7147B2CA0D69}"/>
              </a:ext>
            </a:extLst>
          </p:cNvPr>
          <p:cNvSpPr/>
          <p:nvPr/>
        </p:nvSpPr>
        <p:spPr>
          <a:xfrm>
            <a:off x="7348182" y="3328004"/>
            <a:ext cx="1652067" cy="537882"/>
          </a:xfrm>
          <a:prstGeom prst="chevron">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r>
              <a:rPr lang="en-US" sz="1000">
                <a:solidFill>
                  <a:schemeClr val="accent3"/>
                </a:solidFill>
                <a:ea typeface="+mj-ea"/>
                <a:cs typeface="+mj-cs"/>
              </a:rPr>
              <a:t>DEFECT</a:t>
            </a:r>
          </a:p>
        </p:txBody>
      </p:sp>
      <p:sp>
        <p:nvSpPr>
          <p:cNvPr id="16" name="Arrow: Chevron 15">
            <a:extLst>
              <a:ext uri="{FF2B5EF4-FFF2-40B4-BE49-F238E27FC236}">
                <a16:creationId xmlns:a16="http://schemas.microsoft.com/office/drawing/2014/main" id="{3E363FA7-B111-CCDB-2CBD-57F8D9EDFD12}"/>
              </a:ext>
            </a:extLst>
          </p:cNvPr>
          <p:cNvSpPr/>
          <p:nvPr/>
        </p:nvSpPr>
        <p:spPr>
          <a:xfrm>
            <a:off x="8909506" y="3328004"/>
            <a:ext cx="1652067" cy="537882"/>
          </a:xfrm>
          <a:prstGeom prst="chevron">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solidFill>
                  <a:schemeClr val="accent3"/>
                </a:solidFill>
                <a:ea typeface="+mj-ea"/>
                <a:cs typeface="+mj-cs"/>
              </a:rPr>
              <a:t>UNDER_INVESTIGATION</a:t>
            </a:r>
          </a:p>
        </p:txBody>
      </p:sp>
      <p:sp>
        <p:nvSpPr>
          <p:cNvPr id="17" name="Rectangle 16">
            <a:extLst>
              <a:ext uri="{FF2B5EF4-FFF2-40B4-BE49-F238E27FC236}">
                <a16:creationId xmlns:a16="http://schemas.microsoft.com/office/drawing/2014/main" id="{9B3DD7EB-61C3-EEAB-D31D-E9E1F3B69B9A}"/>
              </a:ext>
            </a:extLst>
          </p:cNvPr>
          <p:cNvSpPr/>
          <p:nvPr/>
        </p:nvSpPr>
        <p:spPr>
          <a:xfrm>
            <a:off x="3669946"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Ser#</a:t>
            </a:r>
          </a:p>
        </p:txBody>
      </p:sp>
      <p:sp>
        <p:nvSpPr>
          <p:cNvPr id="18" name="Rectangle 17">
            <a:extLst>
              <a:ext uri="{FF2B5EF4-FFF2-40B4-BE49-F238E27FC236}">
                <a16:creationId xmlns:a16="http://schemas.microsoft.com/office/drawing/2014/main" id="{891AC81C-1429-2505-F666-122FF2AFB123}"/>
              </a:ext>
            </a:extLst>
          </p:cNvPr>
          <p:cNvSpPr/>
          <p:nvPr/>
        </p:nvSpPr>
        <p:spPr>
          <a:xfrm>
            <a:off x="5234508"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Ser#</a:t>
            </a:r>
          </a:p>
        </p:txBody>
      </p:sp>
      <p:sp>
        <p:nvSpPr>
          <p:cNvPr id="19" name="Rectangle 18">
            <a:extLst>
              <a:ext uri="{FF2B5EF4-FFF2-40B4-BE49-F238E27FC236}">
                <a16:creationId xmlns:a16="http://schemas.microsoft.com/office/drawing/2014/main" id="{7E76EB78-D872-057F-1196-62D047CA94B4}"/>
              </a:ext>
            </a:extLst>
          </p:cNvPr>
          <p:cNvSpPr/>
          <p:nvPr/>
        </p:nvSpPr>
        <p:spPr>
          <a:xfrm>
            <a:off x="8935786"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SO</a:t>
            </a:r>
          </a:p>
        </p:txBody>
      </p:sp>
      <p:sp>
        <p:nvSpPr>
          <p:cNvPr id="20" name="Rectangle 19">
            <a:extLst>
              <a:ext uri="{FF2B5EF4-FFF2-40B4-BE49-F238E27FC236}">
                <a16:creationId xmlns:a16="http://schemas.microsoft.com/office/drawing/2014/main" id="{DD0C84D6-98B8-B7F6-ECDC-7934F9F816E1}"/>
              </a:ext>
            </a:extLst>
          </p:cNvPr>
          <p:cNvSpPr/>
          <p:nvPr/>
        </p:nvSpPr>
        <p:spPr>
          <a:xfrm>
            <a:off x="10544143" y="590335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SO</a:t>
            </a:r>
          </a:p>
        </p:txBody>
      </p:sp>
      <p:sp>
        <p:nvSpPr>
          <p:cNvPr id="21" name="Arrow: Chevron 20">
            <a:extLst>
              <a:ext uri="{FF2B5EF4-FFF2-40B4-BE49-F238E27FC236}">
                <a16:creationId xmlns:a16="http://schemas.microsoft.com/office/drawing/2014/main" id="{0157E27E-1EBD-22C5-FD93-49EB8CACD18E}"/>
              </a:ext>
            </a:extLst>
          </p:cNvPr>
          <p:cNvSpPr/>
          <p:nvPr/>
        </p:nvSpPr>
        <p:spPr>
          <a:xfrm>
            <a:off x="10699121" y="3328106"/>
            <a:ext cx="1652067" cy="537882"/>
          </a:xfrm>
          <a:prstGeom prst="chevron">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solidFill>
                  <a:schemeClr val="accent3"/>
                </a:solidFill>
                <a:ea typeface="+mj-ea"/>
                <a:cs typeface="+mj-cs"/>
              </a:rPr>
              <a:t>TRANSIT_TO_REPAIR</a:t>
            </a:r>
          </a:p>
        </p:txBody>
      </p:sp>
      <p:sp>
        <p:nvSpPr>
          <p:cNvPr id="22" name="Arrow: Chevron 21">
            <a:extLst>
              <a:ext uri="{FF2B5EF4-FFF2-40B4-BE49-F238E27FC236}">
                <a16:creationId xmlns:a16="http://schemas.microsoft.com/office/drawing/2014/main" id="{6CDC6F86-DEF2-D703-A7E6-A8334FB179C6}"/>
              </a:ext>
            </a:extLst>
          </p:cNvPr>
          <p:cNvSpPr/>
          <p:nvPr/>
        </p:nvSpPr>
        <p:spPr>
          <a:xfrm>
            <a:off x="12260445" y="3328106"/>
            <a:ext cx="1652067" cy="537882"/>
          </a:xfrm>
          <a:prstGeom prst="chevron">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r>
              <a:rPr lang="en-US" sz="1000">
                <a:solidFill>
                  <a:schemeClr val="accent3"/>
                </a:solidFill>
                <a:ea typeface="+mj-ea"/>
                <a:cs typeface="+mj-cs"/>
              </a:rPr>
              <a:t>IN_REPAIR</a:t>
            </a:r>
          </a:p>
        </p:txBody>
      </p:sp>
      <p:sp>
        <p:nvSpPr>
          <p:cNvPr id="24" name="Arrow: Chevron 23">
            <a:extLst>
              <a:ext uri="{FF2B5EF4-FFF2-40B4-BE49-F238E27FC236}">
                <a16:creationId xmlns:a16="http://schemas.microsoft.com/office/drawing/2014/main" id="{85044838-CD3F-7E70-0C63-BC022B55243A}"/>
              </a:ext>
            </a:extLst>
          </p:cNvPr>
          <p:cNvSpPr/>
          <p:nvPr/>
        </p:nvSpPr>
        <p:spPr>
          <a:xfrm>
            <a:off x="5281827" y="4663247"/>
            <a:ext cx="1652067" cy="537882"/>
          </a:xfrm>
          <a:prstGeom prst="chevron">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solidFill>
                  <a:schemeClr val="accent3"/>
                </a:solidFill>
                <a:ea typeface="+mj-ea"/>
                <a:cs typeface="+mj-cs"/>
              </a:rPr>
              <a:t>AVAILABLE_REFURBISHED</a:t>
            </a:r>
          </a:p>
        </p:txBody>
      </p:sp>
      <p:sp>
        <p:nvSpPr>
          <p:cNvPr id="25" name="Arrow: Pentagon 24">
            <a:extLst>
              <a:ext uri="{FF2B5EF4-FFF2-40B4-BE49-F238E27FC236}">
                <a16:creationId xmlns:a16="http://schemas.microsoft.com/office/drawing/2014/main" id="{990AB7DF-AAD6-2CDF-3FD6-7FC803277543}"/>
              </a:ext>
            </a:extLst>
          </p:cNvPr>
          <p:cNvSpPr/>
          <p:nvPr/>
        </p:nvSpPr>
        <p:spPr>
          <a:xfrm>
            <a:off x="768792" y="4663247"/>
            <a:ext cx="1390811" cy="537882"/>
          </a:xfrm>
          <a:prstGeom prst="homePlate">
            <a:avLst/>
          </a:prstGeom>
          <a:solidFill>
            <a:schemeClr val="accent3">
              <a:lumMod val="20000"/>
              <a:lumOff val="8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90000"/>
              </a:lnSpc>
              <a:spcBef>
                <a:spcPct val="0"/>
              </a:spcBef>
            </a:pPr>
            <a:r>
              <a:rPr lang="en-US" sz="1000">
                <a:solidFill>
                  <a:schemeClr val="accent3"/>
                </a:solidFill>
                <a:ea typeface="+mj-ea"/>
                <a:cs typeface="+mj-cs"/>
              </a:rPr>
              <a:t>QUARANTINE_REFURBISHED</a:t>
            </a:r>
          </a:p>
        </p:txBody>
      </p:sp>
      <p:sp>
        <p:nvSpPr>
          <p:cNvPr id="27" name="Rectangle 26">
            <a:extLst>
              <a:ext uri="{FF2B5EF4-FFF2-40B4-BE49-F238E27FC236}">
                <a16:creationId xmlns:a16="http://schemas.microsoft.com/office/drawing/2014/main" id="{907A4939-9968-E180-0F95-2ADDCF624EB1}"/>
              </a:ext>
            </a:extLst>
          </p:cNvPr>
          <p:cNvSpPr/>
          <p:nvPr/>
        </p:nvSpPr>
        <p:spPr>
          <a:xfrm>
            <a:off x="11897023" y="1718163"/>
            <a:ext cx="401216" cy="537880"/>
          </a:xfrm>
          <a:prstGeom prst="rect">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endParaRPr lang="en-US" sz="1000">
              <a:solidFill>
                <a:schemeClr val="accent3"/>
              </a:solidFill>
              <a:ea typeface="+mj-ea"/>
              <a:cs typeface="+mj-cs"/>
            </a:endParaRPr>
          </a:p>
        </p:txBody>
      </p:sp>
      <p:sp>
        <p:nvSpPr>
          <p:cNvPr id="28" name="Arrow: Chevron 27">
            <a:extLst>
              <a:ext uri="{FF2B5EF4-FFF2-40B4-BE49-F238E27FC236}">
                <a16:creationId xmlns:a16="http://schemas.microsoft.com/office/drawing/2014/main" id="{C076B8D5-D874-4A57-F540-9A494EB0EE2F}"/>
              </a:ext>
            </a:extLst>
          </p:cNvPr>
          <p:cNvSpPr/>
          <p:nvPr/>
        </p:nvSpPr>
        <p:spPr>
          <a:xfrm>
            <a:off x="10646172" y="1719176"/>
            <a:ext cx="1652067" cy="537882"/>
          </a:xfrm>
          <a:prstGeom prst="chevron">
            <a:avLst/>
          </a:prstGeom>
          <a:solidFill>
            <a:srgbClr val="B9ACE8"/>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r>
              <a:rPr lang="en-US" sz="1000">
                <a:solidFill>
                  <a:schemeClr val="accent3"/>
                </a:solidFill>
                <a:ea typeface="+mj-ea"/>
                <a:cs typeface="+mj-cs"/>
              </a:rPr>
              <a:t>DESTROYED</a:t>
            </a:r>
          </a:p>
        </p:txBody>
      </p:sp>
      <p:sp>
        <p:nvSpPr>
          <p:cNvPr id="31" name="Arrow: Chevron 30">
            <a:extLst>
              <a:ext uri="{FF2B5EF4-FFF2-40B4-BE49-F238E27FC236}">
                <a16:creationId xmlns:a16="http://schemas.microsoft.com/office/drawing/2014/main" id="{ED141FAE-9AC3-E6A5-C4BF-B095AB066C9B}"/>
              </a:ext>
            </a:extLst>
          </p:cNvPr>
          <p:cNvSpPr/>
          <p:nvPr/>
        </p:nvSpPr>
        <p:spPr>
          <a:xfrm>
            <a:off x="8043975" y="7017116"/>
            <a:ext cx="1652067" cy="537882"/>
          </a:xfrm>
          <a:prstGeom prst="chevron">
            <a:avLst/>
          </a:prstGeom>
          <a:solidFill>
            <a:schemeClr val="accent2">
              <a:lumMod val="40000"/>
              <a:lumOff val="6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solidFill>
                  <a:schemeClr val="accent3"/>
                </a:solidFill>
                <a:ea typeface="+mj-ea"/>
                <a:cs typeface="+mj-cs"/>
              </a:rPr>
              <a:t>TRANSIT_TO_WAREHOUSE</a:t>
            </a:r>
          </a:p>
        </p:txBody>
      </p:sp>
      <p:sp>
        <p:nvSpPr>
          <p:cNvPr id="32" name="Arrow: Chevron 31">
            <a:extLst>
              <a:ext uri="{FF2B5EF4-FFF2-40B4-BE49-F238E27FC236}">
                <a16:creationId xmlns:a16="http://schemas.microsoft.com/office/drawing/2014/main" id="{9D4537ED-E2CB-B41F-698B-9536B45D9E2F}"/>
              </a:ext>
            </a:extLst>
          </p:cNvPr>
          <p:cNvSpPr/>
          <p:nvPr/>
        </p:nvSpPr>
        <p:spPr>
          <a:xfrm>
            <a:off x="9613045" y="7012445"/>
            <a:ext cx="1652067" cy="537882"/>
          </a:xfrm>
          <a:prstGeom prst="chevron">
            <a:avLst/>
          </a:prstGeom>
          <a:solidFill>
            <a:schemeClr val="accent2">
              <a:lumMod val="40000"/>
              <a:lumOff val="60000"/>
            </a:schemeClr>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Autofit/>
          </a:bodyPr>
          <a:lstStyle/>
          <a:p>
            <a:pPr algn="ctr">
              <a:lnSpc>
                <a:spcPct val="160000"/>
              </a:lnSpc>
              <a:spcBef>
                <a:spcPct val="0"/>
              </a:spcBef>
            </a:pPr>
            <a:r>
              <a:rPr lang="en-US" sz="800">
                <a:solidFill>
                  <a:schemeClr val="accent3"/>
                </a:solidFill>
                <a:ea typeface="+mj-ea"/>
                <a:cs typeface="+mj-cs"/>
              </a:rPr>
              <a:t>RECEIVED_AT_DESTINATION_WAREHS</a:t>
            </a:r>
          </a:p>
        </p:txBody>
      </p:sp>
      <p:sp>
        <p:nvSpPr>
          <p:cNvPr id="33" name="Rectangle 32">
            <a:extLst>
              <a:ext uri="{FF2B5EF4-FFF2-40B4-BE49-F238E27FC236}">
                <a16:creationId xmlns:a16="http://schemas.microsoft.com/office/drawing/2014/main" id="{C3335920-EA21-12FD-F108-D1399948C16B}"/>
              </a:ext>
            </a:extLst>
          </p:cNvPr>
          <p:cNvSpPr/>
          <p:nvPr/>
        </p:nvSpPr>
        <p:spPr>
          <a:xfrm>
            <a:off x="7986026" y="764071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Distr</a:t>
            </a:r>
          </a:p>
        </p:txBody>
      </p:sp>
      <p:sp>
        <p:nvSpPr>
          <p:cNvPr id="35" name="Rectangle 34">
            <a:extLst>
              <a:ext uri="{FF2B5EF4-FFF2-40B4-BE49-F238E27FC236}">
                <a16:creationId xmlns:a16="http://schemas.microsoft.com/office/drawing/2014/main" id="{4D729592-D049-7941-1F47-A75B23F979A5}"/>
              </a:ext>
            </a:extLst>
          </p:cNvPr>
          <p:cNvSpPr/>
          <p:nvPr/>
        </p:nvSpPr>
        <p:spPr>
          <a:xfrm>
            <a:off x="9594383" y="7640710"/>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Distr</a:t>
            </a:r>
          </a:p>
        </p:txBody>
      </p:sp>
      <p:sp>
        <p:nvSpPr>
          <p:cNvPr id="36" name="Rectangle 35">
            <a:extLst>
              <a:ext uri="{FF2B5EF4-FFF2-40B4-BE49-F238E27FC236}">
                <a16:creationId xmlns:a16="http://schemas.microsoft.com/office/drawing/2014/main" id="{CC66955E-B552-8DB1-6501-B31185D9C724}"/>
              </a:ext>
            </a:extLst>
          </p:cNvPr>
          <p:cNvSpPr/>
          <p:nvPr/>
        </p:nvSpPr>
        <p:spPr>
          <a:xfrm>
            <a:off x="10699121" y="3913125"/>
            <a:ext cx="507878"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a:t>Dspch</a:t>
            </a:r>
          </a:p>
        </p:txBody>
      </p:sp>
      <p:sp>
        <p:nvSpPr>
          <p:cNvPr id="38" name="Rectangle 37">
            <a:extLst>
              <a:ext uri="{FF2B5EF4-FFF2-40B4-BE49-F238E27FC236}">
                <a16:creationId xmlns:a16="http://schemas.microsoft.com/office/drawing/2014/main" id="{789032E2-044B-9FD4-1764-3EE7DC9B0D5D}"/>
              </a:ext>
            </a:extLst>
          </p:cNvPr>
          <p:cNvSpPr/>
          <p:nvPr/>
        </p:nvSpPr>
        <p:spPr>
          <a:xfrm>
            <a:off x="12260445" y="3913125"/>
            <a:ext cx="507878"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a:t>Dspch</a:t>
            </a:r>
          </a:p>
        </p:txBody>
      </p:sp>
      <p:sp>
        <p:nvSpPr>
          <p:cNvPr id="39" name="Rectangle 38">
            <a:extLst>
              <a:ext uri="{FF2B5EF4-FFF2-40B4-BE49-F238E27FC236}">
                <a16:creationId xmlns:a16="http://schemas.microsoft.com/office/drawing/2014/main" id="{DC8E0686-2490-C3EA-7188-43855251DD2D}"/>
              </a:ext>
            </a:extLst>
          </p:cNvPr>
          <p:cNvSpPr/>
          <p:nvPr/>
        </p:nvSpPr>
        <p:spPr>
          <a:xfrm>
            <a:off x="7348182" y="3932665"/>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Rtrn</a:t>
            </a:r>
          </a:p>
        </p:txBody>
      </p:sp>
      <p:sp>
        <p:nvSpPr>
          <p:cNvPr id="40" name="Rectangle 39">
            <a:extLst>
              <a:ext uri="{FF2B5EF4-FFF2-40B4-BE49-F238E27FC236}">
                <a16:creationId xmlns:a16="http://schemas.microsoft.com/office/drawing/2014/main" id="{F38AB050-0B8E-4639-BED5-A24ABD42B558}"/>
              </a:ext>
            </a:extLst>
          </p:cNvPr>
          <p:cNvSpPr/>
          <p:nvPr/>
        </p:nvSpPr>
        <p:spPr>
          <a:xfrm>
            <a:off x="8909506" y="3932665"/>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Ser#</a:t>
            </a:r>
          </a:p>
        </p:txBody>
      </p:sp>
      <p:sp>
        <p:nvSpPr>
          <p:cNvPr id="41" name="TextBox 40">
            <a:extLst>
              <a:ext uri="{FF2B5EF4-FFF2-40B4-BE49-F238E27FC236}">
                <a16:creationId xmlns:a16="http://schemas.microsoft.com/office/drawing/2014/main" id="{B26E6B4F-6F44-4CB5-8EEC-CE0F5957C6F6}"/>
              </a:ext>
            </a:extLst>
          </p:cNvPr>
          <p:cNvSpPr txBox="1"/>
          <p:nvPr/>
        </p:nvSpPr>
        <p:spPr>
          <a:xfrm>
            <a:off x="2878986" y="6298436"/>
            <a:ext cx="1242618" cy="1369606"/>
          </a:xfrm>
          <a:prstGeom prst="rect">
            <a:avLst/>
          </a:prstGeom>
          <a:noFill/>
        </p:spPr>
        <p:txBody>
          <a:bodyPr wrap="square" rtlCol="0">
            <a:spAutoFit/>
          </a:bodyPr>
          <a:lstStyle/>
          <a:p>
            <a:r>
              <a:rPr lang="en-US" sz="1000"/>
              <a:t>Warehouse staging activities:</a:t>
            </a:r>
          </a:p>
          <a:p>
            <a:pPr marL="171450" indent="-171450">
              <a:buFont typeface="Wingdings" panose="05000000000000000000" pitchFamily="2" charset="2"/>
              <a:buChar char="§"/>
            </a:pPr>
            <a:r>
              <a:rPr lang="en-US" sz="900"/>
              <a:t>Firmware load</a:t>
            </a:r>
          </a:p>
          <a:p>
            <a:pPr marL="171450" indent="-171450">
              <a:buFont typeface="Wingdings" panose="05000000000000000000" pitchFamily="2" charset="2"/>
              <a:buChar char="§"/>
            </a:pPr>
            <a:r>
              <a:rPr lang="en-US" sz="900"/>
              <a:t>Encryption key</a:t>
            </a:r>
          </a:p>
          <a:p>
            <a:pPr marL="171450" indent="-171450">
              <a:buFont typeface="Wingdings" panose="05000000000000000000" pitchFamily="2" charset="2"/>
              <a:buChar char="§"/>
            </a:pPr>
            <a:r>
              <a:rPr lang="en-US" sz="900"/>
              <a:t>Kitting</a:t>
            </a:r>
          </a:p>
          <a:p>
            <a:pPr marL="171450" indent="-171450">
              <a:buFont typeface="Wingdings" panose="05000000000000000000" pitchFamily="2" charset="2"/>
              <a:buChar char="§"/>
            </a:pPr>
            <a:r>
              <a:rPr lang="en-US" sz="900"/>
              <a:t>Battery charge</a:t>
            </a:r>
          </a:p>
          <a:p>
            <a:pPr marL="171450" indent="-171450">
              <a:buFont typeface="Wingdings" panose="05000000000000000000" pitchFamily="2" charset="2"/>
              <a:buChar char="§"/>
            </a:pPr>
            <a:r>
              <a:rPr lang="en-US" sz="900"/>
              <a:t>Packaging</a:t>
            </a:r>
          </a:p>
          <a:p>
            <a:r>
              <a:rPr lang="en-US" sz="900"/>
              <a:t>===============</a:t>
            </a:r>
          </a:p>
          <a:p>
            <a:pPr marL="171450" indent="-171450">
              <a:buFontTx/>
              <a:buChar char="-"/>
            </a:pPr>
            <a:endParaRPr lang="en-US" sz="900"/>
          </a:p>
        </p:txBody>
      </p:sp>
      <p:sp>
        <p:nvSpPr>
          <p:cNvPr id="42" name="TextBox 41">
            <a:extLst>
              <a:ext uri="{FF2B5EF4-FFF2-40B4-BE49-F238E27FC236}">
                <a16:creationId xmlns:a16="http://schemas.microsoft.com/office/drawing/2014/main" id="{794D7DF4-CD00-D2DB-9A34-375BE4EC63B9}"/>
              </a:ext>
            </a:extLst>
          </p:cNvPr>
          <p:cNvSpPr txBox="1"/>
          <p:nvPr/>
        </p:nvSpPr>
        <p:spPr>
          <a:xfrm rot="16200000">
            <a:off x="-1197121" y="5918805"/>
            <a:ext cx="3161491" cy="276999"/>
          </a:xfrm>
          <a:prstGeom prst="rect">
            <a:avLst/>
          </a:prstGeom>
          <a:noFill/>
        </p:spPr>
        <p:txBody>
          <a:bodyPr wrap="square" rtlCol="0">
            <a:spAutoFit/>
          </a:bodyPr>
          <a:lstStyle/>
          <a:p>
            <a:pPr algn="ctr"/>
            <a:r>
              <a:rPr lang="en-US" sz="1200"/>
              <a:t>Standard Flow - Warehouse</a:t>
            </a:r>
          </a:p>
        </p:txBody>
      </p:sp>
      <p:sp>
        <p:nvSpPr>
          <p:cNvPr id="43" name="TextBox 42">
            <a:extLst>
              <a:ext uri="{FF2B5EF4-FFF2-40B4-BE49-F238E27FC236}">
                <a16:creationId xmlns:a16="http://schemas.microsoft.com/office/drawing/2014/main" id="{6CECCBBD-F896-59C4-441A-025DD4F3D186}"/>
              </a:ext>
            </a:extLst>
          </p:cNvPr>
          <p:cNvSpPr txBox="1"/>
          <p:nvPr/>
        </p:nvSpPr>
        <p:spPr>
          <a:xfrm rot="16200000">
            <a:off x="-536145" y="3407487"/>
            <a:ext cx="1839540" cy="276999"/>
          </a:xfrm>
          <a:prstGeom prst="rect">
            <a:avLst/>
          </a:prstGeom>
          <a:noFill/>
        </p:spPr>
        <p:txBody>
          <a:bodyPr wrap="square" rtlCol="0">
            <a:spAutoFit/>
          </a:bodyPr>
          <a:lstStyle/>
          <a:p>
            <a:pPr algn="ctr"/>
            <a:r>
              <a:rPr lang="en-US" sz="1200"/>
              <a:t>Defect &amp; Repair</a:t>
            </a:r>
          </a:p>
        </p:txBody>
      </p:sp>
      <p:cxnSp>
        <p:nvCxnSpPr>
          <p:cNvPr id="45" name="Connector: Elbow 44">
            <a:extLst>
              <a:ext uri="{FF2B5EF4-FFF2-40B4-BE49-F238E27FC236}">
                <a16:creationId xmlns:a16="http://schemas.microsoft.com/office/drawing/2014/main" id="{32E0B875-7A49-9690-C4A6-B0C1E0B0DF51}"/>
              </a:ext>
            </a:extLst>
          </p:cNvPr>
          <p:cNvCxnSpPr>
            <a:cxnSpLocks/>
          </p:cNvCxnSpPr>
          <p:nvPr/>
        </p:nvCxnSpPr>
        <p:spPr>
          <a:xfrm>
            <a:off x="6977710" y="5544026"/>
            <a:ext cx="2284966" cy="2335"/>
          </a:xfrm>
          <a:prstGeom prst="bentConnector3">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88B223-FE7C-F417-CD5A-4976E8C055FD}"/>
              </a:ext>
            </a:extLst>
          </p:cNvPr>
          <p:cNvCxnSpPr>
            <a:cxnSpLocks/>
            <a:stCxn id="7" idx="3"/>
            <a:endCxn id="31" idx="1"/>
          </p:cNvCxnSpPr>
          <p:nvPr/>
        </p:nvCxnSpPr>
        <p:spPr>
          <a:xfrm>
            <a:off x="6933895" y="5546361"/>
            <a:ext cx="1379021" cy="1739696"/>
          </a:xfrm>
          <a:prstGeom prst="bentConnector3">
            <a:avLst>
              <a:gd name="adj1" fmla="val 24965"/>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591F674B-5BB3-C445-583E-BE74B2269C7E}"/>
              </a:ext>
            </a:extLst>
          </p:cNvPr>
          <p:cNvCxnSpPr>
            <a:cxnSpLocks/>
          </p:cNvCxnSpPr>
          <p:nvPr/>
        </p:nvCxnSpPr>
        <p:spPr>
          <a:xfrm rot="10800000">
            <a:off x="7196339" y="4468920"/>
            <a:ext cx="5076487" cy="1075111"/>
          </a:xfrm>
          <a:prstGeom prst="bentConnector3">
            <a:avLst>
              <a:gd name="adj1" fmla="val -19077"/>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FF10C317-DBBE-8749-5241-22C6243F200F}"/>
              </a:ext>
            </a:extLst>
          </p:cNvPr>
          <p:cNvCxnSpPr>
            <a:cxnSpLocks/>
            <a:endCxn id="15" idx="1"/>
          </p:cNvCxnSpPr>
          <p:nvPr/>
        </p:nvCxnSpPr>
        <p:spPr>
          <a:xfrm rot="5400000" flipH="1" flipV="1">
            <a:off x="6974245" y="3819039"/>
            <a:ext cx="864971" cy="42078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27E74A8-4ABA-155B-B24A-BAE1593DEC69}"/>
              </a:ext>
            </a:extLst>
          </p:cNvPr>
          <p:cNvSpPr txBox="1"/>
          <p:nvPr/>
        </p:nvSpPr>
        <p:spPr>
          <a:xfrm rot="16200000">
            <a:off x="-536145" y="1878309"/>
            <a:ext cx="1839540" cy="276999"/>
          </a:xfrm>
          <a:prstGeom prst="rect">
            <a:avLst/>
          </a:prstGeom>
          <a:noFill/>
        </p:spPr>
        <p:txBody>
          <a:bodyPr wrap="square" rtlCol="0">
            <a:spAutoFit/>
          </a:bodyPr>
          <a:lstStyle/>
          <a:p>
            <a:pPr algn="ctr"/>
            <a:r>
              <a:rPr lang="en-US" sz="1200"/>
              <a:t>Exceptional</a:t>
            </a:r>
          </a:p>
        </p:txBody>
      </p:sp>
      <p:sp>
        <p:nvSpPr>
          <p:cNvPr id="61" name="TextBox 60">
            <a:extLst>
              <a:ext uri="{FF2B5EF4-FFF2-40B4-BE49-F238E27FC236}">
                <a16:creationId xmlns:a16="http://schemas.microsoft.com/office/drawing/2014/main" id="{CAD36B04-E1F3-6124-9BC0-9E781141C964}"/>
              </a:ext>
            </a:extLst>
          </p:cNvPr>
          <p:cNvSpPr txBox="1"/>
          <p:nvPr/>
        </p:nvSpPr>
        <p:spPr>
          <a:xfrm rot="5400000">
            <a:off x="6745406" y="6440531"/>
            <a:ext cx="1242618" cy="353943"/>
          </a:xfrm>
          <a:prstGeom prst="rect">
            <a:avLst/>
          </a:prstGeom>
          <a:noFill/>
        </p:spPr>
        <p:txBody>
          <a:bodyPr wrap="square" rtlCol="0">
            <a:spAutoFit/>
          </a:bodyPr>
          <a:lstStyle/>
          <a:p>
            <a:r>
              <a:rPr lang="en-US" sz="800" i="1"/>
              <a:t>Inter warehouse move</a:t>
            </a:r>
          </a:p>
          <a:p>
            <a:pPr marL="171450" indent="-171450">
              <a:buFontTx/>
              <a:buChar char="-"/>
            </a:pPr>
            <a:endParaRPr lang="en-US" sz="900" i="1"/>
          </a:p>
        </p:txBody>
      </p:sp>
      <p:sp>
        <p:nvSpPr>
          <p:cNvPr id="62" name="TextBox 61">
            <a:extLst>
              <a:ext uri="{FF2B5EF4-FFF2-40B4-BE49-F238E27FC236}">
                <a16:creationId xmlns:a16="http://schemas.microsoft.com/office/drawing/2014/main" id="{769A6A34-0158-5DF9-3623-719E2DDE0F48}"/>
              </a:ext>
            </a:extLst>
          </p:cNvPr>
          <p:cNvSpPr txBox="1"/>
          <p:nvPr/>
        </p:nvSpPr>
        <p:spPr>
          <a:xfrm>
            <a:off x="7391689" y="5324557"/>
            <a:ext cx="1544094" cy="215444"/>
          </a:xfrm>
          <a:prstGeom prst="rect">
            <a:avLst/>
          </a:prstGeom>
          <a:noFill/>
        </p:spPr>
        <p:txBody>
          <a:bodyPr wrap="square" rtlCol="0">
            <a:spAutoFit/>
          </a:bodyPr>
          <a:lstStyle/>
          <a:p>
            <a:r>
              <a:rPr lang="en-US" sz="800" i="1"/>
              <a:t>Sales / Rental to Merchant</a:t>
            </a:r>
          </a:p>
        </p:txBody>
      </p:sp>
      <p:cxnSp>
        <p:nvCxnSpPr>
          <p:cNvPr id="63" name="Connector: Elbow 62">
            <a:extLst>
              <a:ext uri="{FF2B5EF4-FFF2-40B4-BE49-F238E27FC236}">
                <a16:creationId xmlns:a16="http://schemas.microsoft.com/office/drawing/2014/main" id="{1EA54D80-4CA8-46E3-F167-E12E3BD74288}"/>
              </a:ext>
            </a:extLst>
          </p:cNvPr>
          <p:cNvCxnSpPr>
            <a:cxnSpLocks/>
            <a:stCxn id="16" idx="3"/>
            <a:endCxn id="21" idx="1"/>
          </p:cNvCxnSpPr>
          <p:nvPr/>
        </p:nvCxnSpPr>
        <p:spPr>
          <a:xfrm>
            <a:off x="10561573" y="3596945"/>
            <a:ext cx="406489" cy="102"/>
          </a:xfrm>
          <a:prstGeom prst="bentConnector3">
            <a:avLst>
              <a:gd name="adj1" fmla="val 50000"/>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FE2985B2-C3BF-E173-364C-F4C5BD0394B6}"/>
              </a:ext>
            </a:extLst>
          </p:cNvPr>
          <p:cNvCxnSpPr>
            <a:cxnSpLocks/>
            <a:endCxn id="28" idx="1"/>
          </p:cNvCxnSpPr>
          <p:nvPr/>
        </p:nvCxnSpPr>
        <p:spPr>
          <a:xfrm flipV="1">
            <a:off x="4361509" y="1988117"/>
            <a:ext cx="6553604" cy="1615215"/>
          </a:xfrm>
          <a:prstGeom prst="bentConnector3">
            <a:avLst>
              <a:gd name="adj1" fmla="val 14"/>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944D9153-A1A9-FEF0-5DEF-B5C15988BAA2}"/>
              </a:ext>
            </a:extLst>
          </p:cNvPr>
          <p:cNvCxnSpPr>
            <a:cxnSpLocks/>
            <a:stCxn id="6" idx="0"/>
          </p:cNvCxnSpPr>
          <p:nvPr/>
        </p:nvCxnSpPr>
        <p:spPr>
          <a:xfrm rot="5400000" flipH="1" flipV="1">
            <a:off x="4935390" y="3023065"/>
            <a:ext cx="1680474" cy="2828236"/>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236A55E5-A18A-CBC8-0A98-E7600641EF31}"/>
              </a:ext>
            </a:extLst>
          </p:cNvPr>
          <p:cNvCxnSpPr>
            <a:cxnSpLocks/>
            <a:stCxn id="22" idx="3"/>
          </p:cNvCxnSpPr>
          <p:nvPr/>
        </p:nvCxnSpPr>
        <p:spPr>
          <a:xfrm flipH="1" flipV="1">
            <a:off x="1323377" y="2548709"/>
            <a:ext cx="12589135" cy="1048338"/>
          </a:xfrm>
          <a:prstGeom prst="bentConnector3">
            <a:avLst>
              <a:gd name="adj1" fmla="val -1816"/>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2E9C466F-2531-403D-FCD2-1A512DC26958}"/>
              </a:ext>
            </a:extLst>
          </p:cNvPr>
          <p:cNvCxnSpPr>
            <a:cxnSpLocks/>
            <a:endCxn id="25" idx="0"/>
          </p:cNvCxnSpPr>
          <p:nvPr/>
        </p:nvCxnSpPr>
        <p:spPr>
          <a:xfrm rot="5400000">
            <a:off x="290057" y="3623576"/>
            <a:ext cx="2079341" cy="12700"/>
          </a:xfrm>
          <a:prstGeom prst="bentConnector3">
            <a:avLst>
              <a:gd name="adj1" fmla="val 50000"/>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4C8A7024-BEA6-DD3A-A796-834ED42171B6}"/>
              </a:ext>
            </a:extLst>
          </p:cNvPr>
          <p:cNvSpPr txBox="1"/>
          <p:nvPr/>
        </p:nvSpPr>
        <p:spPr>
          <a:xfrm>
            <a:off x="5215149" y="6326205"/>
            <a:ext cx="1242618" cy="1154162"/>
          </a:xfrm>
          <a:prstGeom prst="rect">
            <a:avLst/>
          </a:prstGeom>
          <a:noFill/>
        </p:spPr>
        <p:txBody>
          <a:bodyPr wrap="square" rtlCol="0">
            <a:spAutoFit/>
          </a:bodyPr>
          <a:lstStyle/>
          <a:p>
            <a:r>
              <a:rPr lang="en-US" sz="1000"/>
              <a:t>Warehouse – terminal available</a:t>
            </a:r>
          </a:p>
          <a:p>
            <a:pPr marL="171450" indent="-171450">
              <a:buFontTx/>
              <a:buChar char="-"/>
            </a:pPr>
            <a:r>
              <a:rPr lang="en-US" sz="1000"/>
              <a:t>Available from staging</a:t>
            </a:r>
          </a:p>
          <a:p>
            <a:pPr marL="171450" indent="-171450">
              <a:buFontTx/>
              <a:buChar char="-"/>
            </a:pPr>
            <a:r>
              <a:rPr lang="en-US" sz="1000"/>
              <a:t>Available from Refurbished</a:t>
            </a:r>
          </a:p>
          <a:p>
            <a:r>
              <a:rPr lang="en-US" sz="900"/>
              <a:t>===============</a:t>
            </a:r>
          </a:p>
        </p:txBody>
      </p:sp>
      <p:sp>
        <p:nvSpPr>
          <p:cNvPr id="84" name="Rectangle 83">
            <a:extLst>
              <a:ext uri="{FF2B5EF4-FFF2-40B4-BE49-F238E27FC236}">
                <a16:creationId xmlns:a16="http://schemas.microsoft.com/office/drawing/2014/main" id="{0C2BF558-A4D4-8DEB-B0A8-3A6800D841CE}"/>
              </a:ext>
            </a:extLst>
          </p:cNvPr>
          <p:cNvSpPr/>
          <p:nvPr/>
        </p:nvSpPr>
        <p:spPr>
          <a:xfrm>
            <a:off x="11831920" y="1351566"/>
            <a:ext cx="453376" cy="30791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t>Ser#</a:t>
            </a:r>
          </a:p>
        </p:txBody>
      </p:sp>
      <p:sp>
        <p:nvSpPr>
          <p:cNvPr id="88" name="Arrow: Chevron 87">
            <a:extLst>
              <a:ext uri="{FF2B5EF4-FFF2-40B4-BE49-F238E27FC236}">
                <a16:creationId xmlns:a16="http://schemas.microsoft.com/office/drawing/2014/main" id="{527EE950-6625-8BDA-A4B6-111E0052EDE5}"/>
              </a:ext>
            </a:extLst>
          </p:cNvPr>
          <p:cNvSpPr/>
          <p:nvPr/>
        </p:nvSpPr>
        <p:spPr>
          <a:xfrm>
            <a:off x="11199253" y="7019447"/>
            <a:ext cx="1652067" cy="537882"/>
          </a:xfrm>
          <a:prstGeom prst="chevron">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lnSpcReduction="10000"/>
          </a:bodyPr>
          <a:lstStyle/>
          <a:p>
            <a:pPr algn="ctr">
              <a:lnSpc>
                <a:spcPct val="160000"/>
              </a:lnSpc>
              <a:spcBef>
                <a:spcPct val="0"/>
              </a:spcBef>
            </a:pPr>
            <a:r>
              <a:rPr lang="en-US" sz="1000">
                <a:ln>
                  <a:solidFill>
                    <a:schemeClr val="tx1">
                      <a:lumMod val="25000"/>
                      <a:lumOff val="75000"/>
                    </a:schemeClr>
                  </a:solidFill>
                </a:ln>
                <a:solidFill>
                  <a:schemeClr val="accent3"/>
                </a:solidFill>
                <a:ea typeface="+mj-ea"/>
                <a:cs typeface="+mj-cs"/>
              </a:rPr>
              <a:t>TRANSIT_TO_COMPANY</a:t>
            </a:r>
          </a:p>
        </p:txBody>
      </p:sp>
      <p:sp>
        <p:nvSpPr>
          <p:cNvPr id="89" name="Arrow: Chevron 88">
            <a:extLst>
              <a:ext uri="{FF2B5EF4-FFF2-40B4-BE49-F238E27FC236}">
                <a16:creationId xmlns:a16="http://schemas.microsoft.com/office/drawing/2014/main" id="{8EB291FB-D5D2-C6B1-8F45-F86C5B4ED7C5}"/>
              </a:ext>
            </a:extLst>
          </p:cNvPr>
          <p:cNvSpPr/>
          <p:nvPr/>
        </p:nvSpPr>
        <p:spPr>
          <a:xfrm>
            <a:off x="12768323" y="7019447"/>
            <a:ext cx="1652067" cy="537882"/>
          </a:xfrm>
          <a:prstGeom prst="chevron">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algn="ctr">
              <a:lnSpc>
                <a:spcPct val="160000"/>
              </a:lnSpc>
              <a:spcBef>
                <a:spcPct val="0"/>
              </a:spcBef>
            </a:pPr>
            <a:r>
              <a:rPr lang="en-US" sz="1000">
                <a:ln>
                  <a:solidFill>
                    <a:schemeClr val="tx1">
                      <a:lumMod val="25000"/>
                      <a:lumOff val="75000"/>
                    </a:schemeClr>
                  </a:solidFill>
                </a:ln>
                <a:solidFill>
                  <a:schemeClr val="accent3"/>
                </a:solidFill>
                <a:ea typeface="+mj-ea"/>
                <a:cs typeface="+mj-cs"/>
              </a:rPr>
              <a:t>RECEIVED</a:t>
            </a:r>
          </a:p>
        </p:txBody>
      </p:sp>
      <p:sp>
        <p:nvSpPr>
          <p:cNvPr id="90" name="Rectangle 89">
            <a:extLst>
              <a:ext uri="{FF2B5EF4-FFF2-40B4-BE49-F238E27FC236}">
                <a16:creationId xmlns:a16="http://schemas.microsoft.com/office/drawing/2014/main" id="{5196930A-1292-88E5-A90D-017B2C4CAE45}"/>
              </a:ext>
            </a:extLst>
          </p:cNvPr>
          <p:cNvSpPr/>
          <p:nvPr/>
        </p:nvSpPr>
        <p:spPr>
          <a:xfrm>
            <a:off x="11141304" y="7645377"/>
            <a:ext cx="453376" cy="307911"/>
          </a:xfrm>
          <a:prstGeom prst="rect">
            <a:avLst/>
          </a:prstGeom>
          <a:solidFill>
            <a:schemeClr val="bg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ln>
                  <a:solidFill>
                    <a:schemeClr val="tx1">
                      <a:lumMod val="25000"/>
                      <a:lumOff val="75000"/>
                    </a:schemeClr>
                  </a:solidFill>
                </a:ln>
              </a:rPr>
              <a:t>SO</a:t>
            </a:r>
          </a:p>
        </p:txBody>
      </p:sp>
      <p:sp>
        <p:nvSpPr>
          <p:cNvPr id="91" name="Rectangle 90">
            <a:extLst>
              <a:ext uri="{FF2B5EF4-FFF2-40B4-BE49-F238E27FC236}">
                <a16:creationId xmlns:a16="http://schemas.microsoft.com/office/drawing/2014/main" id="{42C0BA46-4A09-0B15-89C1-3F90CE2C7061}"/>
              </a:ext>
            </a:extLst>
          </p:cNvPr>
          <p:cNvSpPr/>
          <p:nvPr/>
        </p:nvSpPr>
        <p:spPr>
          <a:xfrm>
            <a:off x="12749661" y="7645377"/>
            <a:ext cx="453376" cy="307911"/>
          </a:xfrm>
          <a:prstGeom prst="rect">
            <a:avLst/>
          </a:prstGeom>
          <a:solidFill>
            <a:schemeClr val="bg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000">
                <a:ln>
                  <a:solidFill>
                    <a:schemeClr val="tx1">
                      <a:lumMod val="25000"/>
                      <a:lumOff val="75000"/>
                    </a:schemeClr>
                  </a:solidFill>
                </a:ln>
              </a:rPr>
              <a:t>SO</a:t>
            </a:r>
          </a:p>
        </p:txBody>
      </p:sp>
      <p:sp>
        <p:nvSpPr>
          <p:cNvPr id="26" name="Arrow: Chevron 25">
            <a:extLst>
              <a:ext uri="{FF2B5EF4-FFF2-40B4-BE49-F238E27FC236}">
                <a16:creationId xmlns:a16="http://schemas.microsoft.com/office/drawing/2014/main" id="{648C048F-DA0A-27B4-7C53-5DC69D9E4896}"/>
              </a:ext>
            </a:extLst>
          </p:cNvPr>
          <p:cNvSpPr/>
          <p:nvPr/>
        </p:nvSpPr>
        <p:spPr>
          <a:xfrm>
            <a:off x="10562805" y="4680513"/>
            <a:ext cx="1652067" cy="537882"/>
          </a:xfrm>
          <a:prstGeom prst="chevron">
            <a:avLst/>
          </a:prstGeom>
          <a:solidFill>
            <a:srgbClr val="FFC000"/>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77500" lnSpcReduction="20000"/>
          </a:bodyPr>
          <a:lstStyle/>
          <a:p>
            <a:pPr algn="ctr">
              <a:lnSpc>
                <a:spcPct val="160000"/>
              </a:lnSpc>
              <a:spcBef>
                <a:spcPct val="0"/>
              </a:spcBef>
            </a:pPr>
            <a:r>
              <a:rPr lang="en-US" sz="1000">
                <a:solidFill>
                  <a:schemeClr val="accent3"/>
                </a:solidFill>
                <a:ea typeface="+mj-ea"/>
                <a:cs typeface="+mj-cs"/>
              </a:rPr>
              <a:t>CUSTOMER DELIVERY FAILED</a:t>
            </a:r>
          </a:p>
        </p:txBody>
      </p:sp>
      <p:sp>
        <p:nvSpPr>
          <p:cNvPr id="52" name="Arrow: Chevron 51">
            <a:extLst>
              <a:ext uri="{FF2B5EF4-FFF2-40B4-BE49-F238E27FC236}">
                <a16:creationId xmlns:a16="http://schemas.microsoft.com/office/drawing/2014/main" id="{462279FC-B0E9-76D5-07AD-6A1899173C1A}"/>
              </a:ext>
            </a:extLst>
          </p:cNvPr>
          <p:cNvSpPr/>
          <p:nvPr/>
        </p:nvSpPr>
        <p:spPr>
          <a:xfrm>
            <a:off x="10690242" y="2735386"/>
            <a:ext cx="1652067" cy="537882"/>
          </a:xfrm>
          <a:prstGeom prst="chevron">
            <a:avLst/>
          </a:prstGeom>
          <a:solidFill>
            <a:srgbClr val="FFC000"/>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77500" lnSpcReduction="20000"/>
          </a:bodyPr>
          <a:lstStyle/>
          <a:p>
            <a:pPr algn="ctr">
              <a:lnSpc>
                <a:spcPct val="160000"/>
              </a:lnSpc>
              <a:spcBef>
                <a:spcPct val="0"/>
              </a:spcBef>
            </a:pPr>
            <a:r>
              <a:rPr lang="en-US" sz="1000">
                <a:solidFill>
                  <a:schemeClr val="accent3"/>
                </a:solidFill>
                <a:ea typeface="+mj-ea"/>
                <a:cs typeface="+mj-cs"/>
              </a:rPr>
              <a:t>REPAIR DELIVERY FAILED</a:t>
            </a:r>
          </a:p>
        </p:txBody>
      </p:sp>
      <p:sp>
        <p:nvSpPr>
          <p:cNvPr id="59" name="Arrow: Chevron 58">
            <a:extLst>
              <a:ext uri="{FF2B5EF4-FFF2-40B4-BE49-F238E27FC236}">
                <a16:creationId xmlns:a16="http://schemas.microsoft.com/office/drawing/2014/main" id="{63BA9197-CB7B-CC03-B4BF-CE420FFB8C91}"/>
              </a:ext>
            </a:extLst>
          </p:cNvPr>
          <p:cNvSpPr/>
          <p:nvPr/>
        </p:nvSpPr>
        <p:spPr>
          <a:xfrm>
            <a:off x="9616442" y="6401936"/>
            <a:ext cx="1652067" cy="537882"/>
          </a:xfrm>
          <a:prstGeom prst="chevron">
            <a:avLst/>
          </a:prstGeom>
          <a:solidFill>
            <a:srgbClr val="FFC000"/>
          </a:solidFill>
          <a:ln>
            <a:no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70000" lnSpcReduction="20000"/>
          </a:bodyPr>
          <a:lstStyle/>
          <a:p>
            <a:pPr algn="ctr">
              <a:lnSpc>
                <a:spcPct val="160000"/>
              </a:lnSpc>
              <a:spcBef>
                <a:spcPct val="0"/>
              </a:spcBef>
            </a:pPr>
            <a:r>
              <a:rPr lang="en-US" sz="1000">
                <a:solidFill>
                  <a:schemeClr val="accent3"/>
                </a:solidFill>
                <a:ea typeface="+mj-ea"/>
                <a:cs typeface="+mj-cs"/>
              </a:rPr>
              <a:t>DEST_WAREHOUSE_ DELIVERY FAILED</a:t>
            </a:r>
          </a:p>
        </p:txBody>
      </p:sp>
      <p:sp>
        <p:nvSpPr>
          <p:cNvPr id="64" name="TextBox 63">
            <a:extLst>
              <a:ext uri="{FF2B5EF4-FFF2-40B4-BE49-F238E27FC236}">
                <a16:creationId xmlns:a16="http://schemas.microsoft.com/office/drawing/2014/main" id="{7D9BDB2B-CC40-5963-5F37-AFE60BF712AF}"/>
              </a:ext>
            </a:extLst>
          </p:cNvPr>
          <p:cNvSpPr txBox="1"/>
          <p:nvPr/>
        </p:nvSpPr>
        <p:spPr>
          <a:xfrm>
            <a:off x="8959356" y="4902892"/>
            <a:ext cx="1525073" cy="338554"/>
          </a:xfrm>
          <a:prstGeom prst="rect">
            <a:avLst/>
          </a:prstGeom>
          <a:noFill/>
        </p:spPr>
        <p:txBody>
          <a:bodyPr wrap="square" rtlCol="0">
            <a:spAutoFit/>
          </a:bodyPr>
          <a:lstStyle/>
          <a:p>
            <a:r>
              <a:rPr lang="en-US" sz="800"/>
              <a:t>“AssignedToMerchant” -&gt; “TRANSIT TO COMPANY”</a:t>
            </a:r>
          </a:p>
        </p:txBody>
      </p:sp>
    </p:spTree>
    <p:extLst>
      <p:ext uri="{BB962C8B-B14F-4D97-AF65-F5344CB8AC3E}">
        <p14:creationId xmlns:p14="http://schemas.microsoft.com/office/powerpoint/2010/main" val="1418473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0741-A884-58BA-E0DE-BD408CAA6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863CB-8B49-423A-8F01-7749CD4437A3}"/>
              </a:ext>
            </a:extLst>
          </p:cNvPr>
          <p:cNvSpPr>
            <a:spLocks noGrp="1"/>
          </p:cNvSpPr>
          <p:nvPr>
            <p:ph type="title"/>
          </p:nvPr>
        </p:nvSpPr>
        <p:spPr>
          <a:xfrm>
            <a:off x="548640" y="193874"/>
            <a:ext cx="13533120" cy="496071"/>
          </a:xfrm>
        </p:spPr>
        <p:txBody>
          <a:bodyPr anchor="t"/>
          <a:lstStyle/>
          <a:p>
            <a:r>
              <a:rPr lang="en-US" sz="3000" dirty="0"/>
              <a:t>TERMINAL-DISTRIBUTOR – </a:t>
            </a:r>
            <a:r>
              <a:rPr lang="de-DE" sz="3200" b="1" dirty="0"/>
              <a:t>RACI </a:t>
            </a:r>
            <a:r>
              <a:rPr lang="de-DE" sz="3200" b="1" dirty="0" err="1"/>
              <a:t>table</a:t>
            </a:r>
            <a:br>
              <a:rPr lang="de-DE" sz="3200" b="1" dirty="0"/>
            </a:br>
            <a:endParaRPr lang="en-US" sz="3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D83CC62-5D88-CBEA-5C73-E00313F820D9}"/>
                  </a:ext>
                </a:extLst>
              </p14:cNvPr>
              <p14:cNvContentPartPr/>
              <p14:nvPr/>
            </p14:nvContentPartPr>
            <p14:xfrm>
              <a:off x="-1908990" y="331110"/>
              <a:ext cx="45360" cy="23400"/>
            </p14:xfrm>
          </p:contentPart>
        </mc:Choice>
        <mc:Fallback xmlns="">
          <p:pic>
            <p:nvPicPr>
              <p:cNvPr id="4" name="Ink 3">
                <a:extLst>
                  <a:ext uri="{FF2B5EF4-FFF2-40B4-BE49-F238E27FC236}">
                    <a16:creationId xmlns:a16="http://schemas.microsoft.com/office/drawing/2014/main" id="{C16DE2B4-B959-BA87-D2C6-A8D93E0E1C33}"/>
                  </a:ext>
                </a:extLst>
              </p:cNvPr>
              <p:cNvPicPr/>
              <p:nvPr/>
            </p:nvPicPr>
            <p:blipFill>
              <a:blip r:embed="rId4"/>
              <a:stretch>
                <a:fillRect/>
              </a:stretch>
            </p:blipFill>
            <p:spPr>
              <a:xfrm>
                <a:off x="-1917990" y="322246"/>
                <a:ext cx="63000" cy="40773"/>
              </a:xfrm>
              <a:prstGeom prst="rect">
                <a:avLst/>
              </a:prstGeom>
            </p:spPr>
          </p:pic>
        </mc:Fallback>
      </mc:AlternateContent>
      <p:graphicFrame>
        <p:nvGraphicFramePr>
          <p:cNvPr id="8" name="Table 7">
            <a:extLst>
              <a:ext uri="{FF2B5EF4-FFF2-40B4-BE49-F238E27FC236}">
                <a16:creationId xmlns:a16="http://schemas.microsoft.com/office/drawing/2014/main" id="{B91920E6-4634-5D57-C1BA-5E29FEAC4F9E}"/>
              </a:ext>
            </a:extLst>
          </p:cNvPr>
          <p:cNvGraphicFramePr>
            <a:graphicFrameLocks noGrp="1"/>
          </p:cNvGraphicFramePr>
          <p:nvPr>
            <p:extLst>
              <p:ext uri="{D42A27DB-BD31-4B8C-83A1-F6EECF244321}">
                <p14:modId xmlns:p14="http://schemas.microsoft.com/office/powerpoint/2010/main" val="2178102312"/>
              </p:ext>
            </p:extLst>
          </p:nvPr>
        </p:nvGraphicFramePr>
        <p:xfrm>
          <a:off x="389614" y="837095"/>
          <a:ext cx="13533122" cy="3916680"/>
        </p:xfrm>
        <a:graphic>
          <a:graphicData uri="http://schemas.openxmlformats.org/drawingml/2006/table">
            <a:tbl>
              <a:tblPr firstRow="1" bandRow="1">
                <a:tableStyleId>{5C22544A-7EE6-4342-B048-85BDC9FD1C3A}</a:tableStyleId>
              </a:tblPr>
              <a:tblGrid>
                <a:gridCol w="2255520">
                  <a:extLst>
                    <a:ext uri="{9D8B030D-6E8A-4147-A177-3AD203B41FA5}">
                      <a16:colId xmlns:a16="http://schemas.microsoft.com/office/drawing/2014/main" val="3571253876"/>
                    </a:ext>
                  </a:extLst>
                </a:gridCol>
                <a:gridCol w="1237753">
                  <a:extLst>
                    <a:ext uri="{9D8B030D-6E8A-4147-A177-3AD203B41FA5}">
                      <a16:colId xmlns:a16="http://schemas.microsoft.com/office/drawing/2014/main" val="1370155059"/>
                    </a:ext>
                  </a:extLst>
                </a:gridCol>
                <a:gridCol w="1258957">
                  <a:extLst>
                    <a:ext uri="{9D8B030D-6E8A-4147-A177-3AD203B41FA5}">
                      <a16:colId xmlns:a16="http://schemas.microsoft.com/office/drawing/2014/main" val="581102437"/>
                    </a:ext>
                  </a:extLst>
                </a:gridCol>
                <a:gridCol w="1166191">
                  <a:extLst>
                    <a:ext uri="{9D8B030D-6E8A-4147-A177-3AD203B41FA5}">
                      <a16:colId xmlns:a16="http://schemas.microsoft.com/office/drawing/2014/main" val="265679795"/>
                    </a:ext>
                  </a:extLst>
                </a:gridCol>
                <a:gridCol w="1537252">
                  <a:extLst>
                    <a:ext uri="{9D8B030D-6E8A-4147-A177-3AD203B41FA5}">
                      <a16:colId xmlns:a16="http://schemas.microsoft.com/office/drawing/2014/main" val="2389729532"/>
                    </a:ext>
                  </a:extLst>
                </a:gridCol>
                <a:gridCol w="1537252">
                  <a:extLst>
                    <a:ext uri="{9D8B030D-6E8A-4147-A177-3AD203B41FA5}">
                      <a16:colId xmlns:a16="http://schemas.microsoft.com/office/drawing/2014/main" val="1102354864"/>
                    </a:ext>
                  </a:extLst>
                </a:gridCol>
                <a:gridCol w="1205948">
                  <a:extLst>
                    <a:ext uri="{9D8B030D-6E8A-4147-A177-3AD203B41FA5}">
                      <a16:colId xmlns:a16="http://schemas.microsoft.com/office/drawing/2014/main" val="2302222133"/>
                    </a:ext>
                  </a:extLst>
                </a:gridCol>
                <a:gridCol w="1464808">
                  <a:extLst>
                    <a:ext uri="{9D8B030D-6E8A-4147-A177-3AD203B41FA5}">
                      <a16:colId xmlns:a16="http://schemas.microsoft.com/office/drawing/2014/main" val="408817383"/>
                    </a:ext>
                  </a:extLst>
                </a:gridCol>
                <a:gridCol w="934720">
                  <a:extLst>
                    <a:ext uri="{9D8B030D-6E8A-4147-A177-3AD203B41FA5}">
                      <a16:colId xmlns:a16="http://schemas.microsoft.com/office/drawing/2014/main" val="3681427269"/>
                    </a:ext>
                  </a:extLst>
                </a:gridCol>
                <a:gridCol w="934721">
                  <a:extLst>
                    <a:ext uri="{9D8B030D-6E8A-4147-A177-3AD203B41FA5}">
                      <a16:colId xmlns:a16="http://schemas.microsoft.com/office/drawing/2014/main" val="1205941738"/>
                    </a:ext>
                  </a:extLst>
                </a:gridCol>
              </a:tblGrid>
              <a:tr h="370840">
                <a:tc>
                  <a:txBody>
                    <a:bodyPr/>
                    <a:lstStyle/>
                    <a:p>
                      <a:r>
                        <a:rPr lang="en-US" sz="1600" dirty="0"/>
                        <a:t>Personna</a:t>
                      </a:r>
                      <a:endParaRPr lang="en-AT" sz="1600" dirty="0"/>
                    </a:p>
                  </a:txBody>
                  <a:tcPr/>
                </a:tc>
                <a:tc>
                  <a:txBody>
                    <a:bodyPr/>
                    <a:lstStyle/>
                    <a:p>
                      <a:r>
                        <a:rPr lang="en-US" sz="1600" dirty="0"/>
                        <a:t>Internal / External</a:t>
                      </a:r>
                      <a:endParaRPr lang="en-AT" sz="1600" dirty="0"/>
                    </a:p>
                  </a:txBody>
                  <a:tcPr/>
                </a:tc>
                <a:tc>
                  <a:txBody>
                    <a:bodyPr/>
                    <a:lstStyle/>
                    <a:p>
                      <a:r>
                        <a:rPr lang="en-US" sz="1600" dirty="0"/>
                        <a:t>Full Visibility</a:t>
                      </a:r>
                      <a:endParaRPr lang="en-AT" sz="1600" dirty="0"/>
                    </a:p>
                  </a:txBody>
                  <a:tcPr/>
                </a:tc>
                <a:tc>
                  <a:txBody>
                    <a:bodyPr/>
                    <a:lstStyle/>
                    <a:p>
                      <a:r>
                        <a:rPr lang="en-US" sz="1600" dirty="0"/>
                        <a:t>Purchase Order</a:t>
                      </a:r>
                      <a:endParaRPr lang="en-AT" sz="1600" dirty="0"/>
                    </a:p>
                  </a:txBody>
                  <a:tcPr/>
                </a:tc>
                <a:tc>
                  <a:txBody>
                    <a:bodyPr/>
                    <a:lstStyle/>
                    <a:p>
                      <a:r>
                        <a:rPr lang="en-US" sz="1600" dirty="0"/>
                        <a:t>Outbound Order – Sales</a:t>
                      </a:r>
                      <a:endParaRPr lang="en-AT" sz="1600" dirty="0"/>
                    </a:p>
                  </a:txBody>
                  <a:tcPr/>
                </a:tc>
                <a:tc>
                  <a:txBody>
                    <a:bodyPr/>
                    <a:lstStyle/>
                    <a:p>
                      <a:r>
                        <a:rPr lang="en-US" sz="1600" dirty="0"/>
                        <a:t>Outbound Order - Distribution</a:t>
                      </a:r>
                      <a:endParaRPr lang="en-AT" sz="1600" dirty="0"/>
                    </a:p>
                  </a:txBody>
                  <a:tcPr/>
                </a:tc>
                <a:tc>
                  <a:txBody>
                    <a:bodyPr/>
                    <a:lstStyle/>
                    <a:p>
                      <a:r>
                        <a:rPr lang="en-US" sz="1600" dirty="0"/>
                        <a:t>Repair Order</a:t>
                      </a:r>
                      <a:endParaRPr lang="en-AT" sz="1600" dirty="0"/>
                    </a:p>
                  </a:txBody>
                  <a:tcPr/>
                </a:tc>
                <a:tc>
                  <a:txBody>
                    <a:bodyPr/>
                    <a:lstStyle/>
                    <a:p>
                      <a:r>
                        <a:rPr lang="en-US" sz="1600" dirty="0"/>
                        <a:t>Return Order</a:t>
                      </a:r>
                    </a:p>
                  </a:txBody>
                  <a:tcPr/>
                </a:tc>
                <a:tc>
                  <a:txBody>
                    <a:bodyPr/>
                    <a:lstStyle/>
                    <a:p>
                      <a:r>
                        <a:rPr lang="en-US" sz="1600" dirty="0"/>
                        <a:t>Generated Forecast</a:t>
                      </a:r>
                    </a:p>
                  </a:txBody>
                  <a:tcPr/>
                </a:tc>
                <a:tc>
                  <a:txBody>
                    <a:bodyPr/>
                    <a:lstStyle/>
                    <a:p>
                      <a:r>
                        <a:rPr lang="en-US" sz="1600" dirty="0"/>
                        <a:t>Distribution Proposals</a:t>
                      </a:r>
                    </a:p>
                  </a:txBody>
                  <a:tcPr/>
                </a:tc>
                <a:extLst>
                  <a:ext uri="{0D108BD9-81ED-4DB2-BD59-A6C34878D82A}">
                    <a16:rowId xmlns:a16="http://schemas.microsoft.com/office/drawing/2014/main" val="2304092940"/>
                  </a:ext>
                </a:extLst>
              </a:tr>
              <a:tr h="370840">
                <a:tc>
                  <a:txBody>
                    <a:bodyPr/>
                    <a:lstStyle/>
                    <a:p>
                      <a:r>
                        <a:rPr lang="en-US" sz="1600" dirty="0"/>
                        <a:t>Supply Planner </a:t>
                      </a:r>
                      <a:endParaRPr lang="en-AT" sz="1600" dirty="0"/>
                    </a:p>
                  </a:txBody>
                  <a:tcPr/>
                </a:tc>
                <a:tc>
                  <a:txBody>
                    <a:bodyPr/>
                    <a:lstStyle/>
                    <a:p>
                      <a:r>
                        <a:rPr lang="en-US" sz="1600" dirty="0"/>
                        <a:t>Internal</a:t>
                      </a:r>
                      <a:endParaRPr lang="en-AT" sz="1600" dirty="0"/>
                    </a:p>
                  </a:txBody>
                  <a:tcPr/>
                </a:tc>
                <a:tc>
                  <a:txBody>
                    <a:bodyPr/>
                    <a:lstStyle/>
                    <a:p>
                      <a:r>
                        <a:rPr lang="en-US" sz="1600" dirty="0"/>
                        <a:t>Yes</a:t>
                      </a:r>
                      <a:endParaRPr lang="en-AT" sz="1600" dirty="0"/>
                    </a:p>
                  </a:txBody>
                  <a:tcPr/>
                </a:tc>
                <a:tc>
                  <a:txBody>
                    <a:bodyPr/>
                    <a:lstStyle/>
                    <a:p>
                      <a:r>
                        <a:rPr lang="en-US" sz="1600" dirty="0"/>
                        <a:t>Issue</a:t>
                      </a:r>
                      <a:endParaRPr lang="en-AT" sz="1600" dirty="0"/>
                    </a:p>
                  </a:txBody>
                  <a:tcPr/>
                </a:tc>
                <a:tc>
                  <a:txBody>
                    <a:bodyPr/>
                    <a:lstStyle/>
                    <a:p>
                      <a:r>
                        <a:rPr lang="en-US" sz="1600" dirty="0"/>
                        <a:t>Issue</a:t>
                      </a:r>
                      <a:endParaRPr lang="en-AT" sz="1600" dirty="0"/>
                    </a:p>
                  </a:txBody>
                  <a:tcPr/>
                </a:tc>
                <a:tc>
                  <a:txBody>
                    <a:bodyPr/>
                    <a:lstStyle/>
                    <a:p>
                      <a:r>
                        <a:rPr lang="en-US" sz="1600" dirty="0"/>
                        <a:t>Issue</a:t>
                      </a:r>
                      <a:endParaRPr lang="en-AT" sz="1600" dirty="0"/>
                    </a:p>
                  </a:txBody>
                  <a:tcPr/>
                </a:tc>
                <a:tc>
                  <a:txBody>
                    <a:bodyPr/>
                    <a:lstStyle/>
                    <a:p>
                      <a:r>
                        <a:rPr lang="en-US" sz="1600" dirty="0"/>
                        <a:t>Issue</a:t>
                      </a:r>
                      <a:endParaRPr lang="en-AT" sz="1600" dirty="0"/>
                    </a:p>
                  </a:txBody>
                  <a:tcPr/>
                </a:tc>
                <a:tc>
                  <a:txBody>
                    <a:bodyPr/>
                    <a:lstStyle/>
                    <a:p>
                      <a:r>
                        <a:rPr lang="en-US" sz="1600" dirty="0"/>
                        <a:t>Issue</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extLst>
                  <a:ext uri="{0D108BD9-81ED-4DB2-BD59-A6C34878D82A}">
                    <a16:rowId xmlns:a16="http://schemas.microsoft.com/office/drawing/2014/main" val="2149089630"/>
                  </a:ext>
                </a:extLst>
              </a:tr>
              <a:tr h="370840">
                <a:tc>
                  <a:txBody>
                    <a:bodyPr/>
                    <a:lstStyle/>
                    <a:p>
                      <a:r>
                        <a:rPr lang="en-US" sz="1600" dirty="0"/>
                        <a:t>Demand Planner</a:t>
                      </a:r>
                      <a:endParaRPr lang="en-AT" sz="1600" dirty="0"/>
                    </a:p>
                  </a:txBody>
                  <a:tcPr/>
                </a:tc>
                <a:tc>
                  <a:txBody>
                    <a:bodyPr/>
                    <a:lstStyle/>
                    <a:p>
                      <a:r>
                        <a:rPr lang="en-US" sz="1600" dirty="0"/>
                        <a:t>Internal</a:t>
                      </a:r>
                      <a:endParaRPr lang="en-AT" sz="1600" dirty="0"/>
                    </a:p>
                  </a:txBody>
                  <a:tcPr/>
                </a:tc>
                <a:tc>
                  <a:txBody>
                    <a:bodyPr/>
                    <a:lstStyle/>
                    <a:p>
                      <a:r>
                        <a:rPr lang="en-US" sz="1600" dirty="0"/>
                        <a:t>Yes</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r>
                        <a:rPr lang="en-US" sz="1600" dirty="0"/>
                        <a:t>Edit</a:t>
                      </a:r>
                      <a:endParaRPr lang="en-AT" sz="1600" dirty="0"/>
                    </a:p>
                  </a:txBody>
                  <a:tcPr/>
                </a:tc>
                <a:tc>
                  <a:txBody>
                    <a:bodyPr/>
                    <a:lstStyle/>
                    <a:p>
                      <a:r>
                        <a:rPr lang="en-US" sz="1600" dirty="0"/>
                        <a:t>Edit</a:t>
                      </a:r>
                      <a:endParaRPr lang="en-AT" sz="1600" dirty="0"/>
                    </a:p>
                  </a:txBody>
                  <a:tcPr/>
                </a:tc>
                <a:extLst>
                  <a:ext uri="{0D108BD9-81ED-4DB2-BD59-A6C34878D82A}">
                    <a16:rowId xmlns:a16="http://schemas.microsoft.com/office/drawing/2014/main" val="1219674926"/>
                  </a:ext>
                </a:extLst>
              </a:tr>
              <a:tr h="370840">
                <a:tc>
                  <a:txBody>
                    <a:bodyPr/>
                    <a:lstStyle/>
                    <a:p>
                      <a:r>
                        <a:rPr lang="en-US" sz="1600" dirty="0"/>
                        <a:t>Warehouse User**</a:t>
                      </a:r>
                      <a:endParaRPr lang="en-AT" sz="1600" dirty="0"/>
                    </a:p>
                  </a:txBody>
                  <a:tcPr/>
                </a:tc>
                <a:tc>
                  <a:txBody>
                    <a:bodyPr/>
                    <a:lstStyle/>
                    <a:p>
                      <a:r>
                        <a:rPr lang="en-US" sz="1600" dirty="0"/>
                        <a:t>External</a:t>
                      </a:r>
                      <a:endParaRPr lang="en-AT" sz="1600" dirty="0"/>
                    </a:p>
                  </a:txBody>
                  <a:tcPr/>
                </a:tc>
                <a:tc>
                  <a:txBody>
                    <a:bodyPr/>
                    <a:lstStyle/>
                    <a:p>
                      <a:r>
                        <a:rPr lang="en-US" sz="1600" dirty="0"/>
                        <a:t>Yes</a:t>
                      </a:r>
                      <a:endParaRPr lang="en-AT" sz="1600" dirty="0"/>
                    </a:p>
                  </a:txBody>
                  <a:tcPr/>
                </a:tc>
                <a:tc>
                  <a:txBody>
                    <a:bodyPr/>
                    <a:lstStyle/>
                    <a:p>
                      <a:r>
                        <a:rPr lang="en-US" sz="1600" dirty="0"/>
                        <a:t>Edit</a:t>
                      </a:r>
                      <a:endParaRPr lang="en-AT" sz="1600" dirty="0"/>
                    </a:p>
                  </a:txBody>
                  <a:tcPr/>
                </a:tc>
                <a:tc>
                  <a:txBody>
                    <a:bodyPr/>
                    <a:lstStyle/>
                    <a:p>
                      <a:r>
                        <a:rPr lang="en-US" sz="1600" dirty="0"/>
                        <a:t>Edit</a:t>
                      </a:r>
                      <a:endParaRPr lang="en-AT" sz="1600" dirty="0"/>
                    </a:p>
                  </a:txBody>
                  <a:tcPr/>
                </a:tc>
                <a:tc>
                  <a:txBody>
                    <a:bodyPr/>
                    <a:lstStyle/>
                    <a:p>
                      <a:r>
                        <a:rPr lang="en-US" sz="1600" dirty="0"/>
                        <a:t>Edit</a:t>
                      </a:r>
                      <a:endParaRPr lang="en-AT" sz="1600" dirty="0"/>
                    </a:p>
                  </a:txBody>
                  <a:tcPr/>
                </a:tc>
                <a:tc>
                  <a:txBody>
                    <a:bodyPr/>
                    <a:lstStyle/>
                    <a:p>
                      <a:r>
                        <a:rPr lang="en-US" sz="1600" dirty="0"/>
                        <a:t>Edit</a:t>
                      </a:r>
                      <a:endParaRPr lang="en-AT" sz="1600" dirty="0"/>
                    </a:p>
                  </a:txBody>
                  <a:tcPr/>
                </a:tc>
                <a:tc>
                  <a:txBody>
                    <a:bodyPr/>
                    <a:lstStyle/>
                    <a:p>
                      <a:r>
                        <a:rPr lang="en-US" sz="1600" dirty="0"/>
                        <a:t>Edit</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extLst>
                  <a:ext uri="{0D108BD9-81ED-4DB2-BD59-A6C34878D82A}">
                    <a16:rowId xmlns:a16="http://schemas.microsoft.com/office/drawing/2014/main" val="2531333959"/>
                  </a:ext>
                </a:extLst>
              </a:tr>
              <a:tr h="370840">
                <a:tc>
                  <a:txBody>
                    <a:bodyPr/>
                    <a:lstStyle/>
                    <a:p>
                      <a:r>
                        <a:rPr lang="en-US" sz="1600" dirty="0"/>
                        <a:t>Repair Center</a:t>
                      </a:r>
                      <a:endParaRPr lang="en-AT" sz="1600" dirty="0"/>
                    </a:p>
                  </a:txBody>
                  <a:tcPr/>
                </a:tc>
                <a:tc>
                  <a:txBody>
                    <a:bodyPr/>
                    <a:lstStyle/>
                    <a:p>
                      <a:r>
                        <a:rPr lang="en-US" sz="1600" dirty="0"/>
                        <a:t>External</a:t>
                      </a:r>
                      <a:endParaRPr lang="en-AT" sz="1600" dirty="0"/>
                    </a:p>
                  </a:txBody>
                  <a:tcPr/>
                </a:tc>
                <a:tc>
                  <a:txBody>
                    <a:bodyPr/>
                    <a:lstStyle/>
                    <a:p>
                      <a:r>
                        <a:rPr lang="en-US" sz="1600" dirty="0"/>
                        <a:t>Part of Repair loop</a:t>
                      </a:r>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tc>
                  <a:txBody>
                    <a:bodyPr/>
                    <a:lstStyle/>
                    <a:p>
                      <a:r>
                        <a:rPr lang="en-US" sz="1600" dirty="0"/>
                        <a:t>No</a:t>
                      </a:r>
                      <a:endParaRPr lang="en-AT" sz="1600" dirty="0"/>
                    </a:p>
                  </a:txBody>
                  <a:tcPr/>
                </a:tc>
                <a:tc>
                  <a:txBody>
                    <a:bodyPr/>
                    <a:lstStyle/>
                    <a:p>
                      <a:r>
                        <a:rPr lang="en-US" sz="1600" dirty="0"/>
                        <a:t>NO</a:t>
                      </a:r>
                      <a:endParaRPr lang="en-AT" sz="1600" dirty="0"/>
                    </a:p>
                  </a:txBody>
                  <a:tcPr/>
                </a:tc>
                <a:tc>
                  <a:txBody>
                    <a:bodyPr/>
                    <a:lstStyle/>
                    <a:p>
                      <a:r>
                        <a:rPr lang="en-US" sz="1600" dirty="0"/>
                        <a:t>Edit</a:t>
                      </a:r>
                      <a:endParaRPr lang="en-AT" sz="1600" dirty="0"/>
                    </a:p>
                  </a:txBody>
                  <a:tcPr/>
                </a:tc>
                <a:tc>
                  <a:txBody>
                    <a:bodyPr/>
                    <a:lstStyle/>
                    <a:p>
                      <a:r>
                        <a:rPr lang="en-US" sz="1600" dirty="0"/>
                        <a:t>View</a:t>
                      </a:r>
                      <a:endParaRPr lang="en-AT" sz="1600" dirty="0"/>
                    </a:p>
                  </a:txBody>
                  <a:tcPr/>
                </a:tc>
                <a:tc>
                  <a:txBody>
                    <a:bodyPr/>
                    <a:lstStyle/>
                    <a:p>
                      <a:r>
                        <a:rPr lang="en-US" sz="1600" dirty="0"/>
                        <a:t>No</a:t>
                      </a:r>
                      <a:endParaRPr lang="en-AT" sz="1600" dirty="0"/>
                    </a:p>
                  </a:txBody>
                  <a:tcPr/>
                </a:tc>
                <a:tc>
                  <a:txBody>
                    <a:bodyPr/>
                    <a:lstStyle/>
                    <a:p>
                      <a:r>
                        <a:rPr lang="en-US" sz="1600" dirty="0"/>
                        <a:t>No</a:t>
                      </a:r>
                      <a:endParaRPr lang="en-AT" sz="1600" dirty="0"/>
                    </a:p>
                  </a:txBody>
                  <a:tcPr/>
                </a:tc>
                <a:extLst>
                  <a:ext uri="{0D108BD9-81ED-4DB2-BD59-A6C34878D82A}">
                    <a16:rowId xmlns:a16="http://schemas.microsoft.com/office/drawing/2014/main" val="8589583"/>
                  </a:ext>
                </a:extLst>
              </a:tr>
              <a:tr h="370840">
                <a:tc>
                  <a:txBody>
                    <a:bodyPr/>
                    <a:lstStyle/>
                    <a:p>
                      <a:r>
                        <a:rPr lang="en-US" sz="1600" dirty="0"/>
                        <a:t>Supplier</a:t>
                      </a:r>
                      <a:endParaRPr lang="en-AT" sz="1600" dirty="0"/>
                    </a:p>
                  </a:txBody>
                  <a:tcPr/>
                </a:tc>
                <a:tc>
                  <a:txBody>
                    <a:bodyPr/>
                    <a:lstStyle/>
                    <a:p>
                      <a:r>
                        <a:rPr lang="en-US" sz="1600" dirty="0"/>
                        <a:t>External</a:t>
                      </a:r>
                      <a:endParaRPr lang="en-AT" sz="1600" dirty="0"/>
                    </a:p>
                  </a:txBody>
                  <a:tcPr/>
                </a:tc>
                <a:tc>
                  <a:txBody>
                    <a:bodyPr/>
                    <a:lstStyle/>
                    <a:p>
                      <a:r>
                        <a:rPr lang="en-US" sz="1600" dirty="0"/>
                        <a:t>Part of inbound</a:t>
                      </a:r>
                      <a:endParaRPr lang="en-AT" sz="1600" dirty="0"/>
                    </a:p>
                  </a:txBody>
                  <a:tcPr/>
                </a:tc>
                <a:tc>
                  <a:txBody>
                    <a:bodyPr/>
                    <a:lstStyle/>
                    <a:p>
                      <a:r>
                        <a:rPr lang="en-US" sz="1600" dirty="0"/>
                        <a:t>View</a:t>
                      </a:r>
                      <a:endParaRPr lang="en-AT" sz="1600" dirty="0"/>
                    </a:p>
                  </a:txBody>
                  <a:tcPr/>
                </a:tc>
                <a:tc>
                  <a:txBody>
                    <a:bodyPr/>
                    <a:lstStyle/>
                    <a:p>
                      <a:r>
                        <a:rPr lang="en-US" sz="1600" dirty="0"/>
                        <a:t>No</a:t>
                      </a:r>
                      <a:endParaRPr lang="en-AT" sz="1600" dirty="0"/>
                    </a:p>
                  </a:txBody>
                  <a:tcPr/>
                </a:tc>
                <a:tc>
                  <a:txBody>
                    <a:bodyPr/>
                    <a:lstStyle/>
                    <a:p>
                      <a:r>
                        <a:rPr lang="en-US" sz="1600" dirty="0"/>
                        <a:t>No</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r>
                        <a:rPr lang="en-US" sz="1600" dirty="0"/>
                        <a:t>No</a:t>
                      </a:r>
                      <a:endParaRPr lang="en-AT" sz="1600" dirty="0"/>
                    </a:p>
                  </a:txBody>
                  <a:tcPr/>
                </a:tc>
                <a:tc>
                  <a:txBody>
                    <a:bodyPr/>
                    <a:lstStyle/>
                    <a:p>
                      <a:r>
                        <a:rPr lang="en-US" sz="1600" dirty="0"/>
                        <a:t>No</a:t>
                      </a:r>
                      <a:endParaRPr lang="en-AT" sz="1600" dirty="0"/>
                    </a:p>
                  </a:txBody>
                  <a:tcPr/>
                </a:tc>
                <a:extLst>
                  <a:ext uri="{0D108BD9-81ED-4DB2-BD59-A6C34878D82A}">
                    <a16:rowId xmlns:a16="http://schemas.microsoft.com/office/drawing/2014/main" val="4083367950"/>
                  </a:ext>
                </a:extLst>
              </a:tr>
              <a:tr h="370840">
                <a:tc>
                  <a:txBody>
                    <a:bodyPr/>
                    <a:lstStyle/>
                    <a:p>
                      <a:r>
                        <a:rPr lang="en-US" sz="1600" dirty="0"/>
                        <a:t>Admin*</a:t>
                      </a:r>
                      <a:endParaRPr lang="en-AT" sz="1600" dirty="0"/>
                    </a:p>
                  </a:txBody>
                  <a:tcPr/>
                </a:tc>
                <a:tc>
                  <a:txBody>
                    <a:bodyPr/>
                    <a:lstStyle/>
                    <a:p>
                      <a:r>
                        <a:rPr lang="en-US" sz="1600" dirty="0"/>
                        <a:t>Internal</a:t>
                      </a:r>
                      <a:endParaRPr lang="en-AT" sz="1600" dirty="0"/>
                    </a:p>
                  </a:txBody>
                  <a:tcPr/>
                </a:tc>
                <a:tc>
                  <a:txBody>
                    <a:bodyPr/>
                    <a:lstStyle/>
                    <a:p>
                      <a:r>
                        <a:rPr lang="en-US" sz="1600" dirty="0"/>
                        <a:t>Yes</a:t>
                      </a:r>
                      <a:endParaRPr lang="en-AT" sz="1600" dirty="0"/>
                    </a:p>
                  </a:txBody>
                  <a:tcPr/>
                </a:tc>
                <a:tc>
                  <a:txBody>
                    <a:bodyPr/>
                    <a:lstStyle/>
                    <a:p>
                      <a:r>
                        <a:rPr lang="en-US" sz="1600" dirty="0"/>
                        <a:t>View</a:t>
                      </a:r>
                      <a:endParaRPr lang="en-AT" sz="1600" dirty="0"/>
                    </a:p>
                  </a:txBody>
                  <a:tcPr/>
                </a:tc>
                <a:tc>
                  <a:txBody>
                    <a:bodyPr/>
                    <a:lstStyle/>
                    <a:p>
                      <a:r>
                        <a:rPr lang="en-US" sz="1600" dirty="0"/>
                        <a:t>View</a:t>
                      </a:r>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dirty="0"/>
                        <a:t>View</a:t>
                      </a:r>
                      <a:endParaRPr lang="en-AT" sz="1600" dirty="0"/>
                    </a:p>
                    <a:p>
                      <a:endParaRPr lang="en-AT" sz="1600" dirty="0"/>
                    </a:p>
                  </a:txBody>
                  <a:tcPr/>
                </a:tc>
                <a:extLst>
                  <a:ext uri="{0D108BD9-81ED-4DB2-BD59-A6C34878D82A}">
                    <a16:rowId xmlns:a16="http://schemas.microsoft.com/office/drawing/2014/main" val="3882152579"/>
                  </a:ext>
                </a:extLst>
              </a:tr>
            </a:tbl>
          </a:graphicData>
        </a:graphic>
      </p:graphicFrame>
      <p:sp>
        <p:nvSpPr>
          <p:cNvPr id="10" name="TextBox 9">
            <a:extLst>
              <a:ext uri="{FF2B5EF4-FFF2-40B4-BE49-F238E27FC236}">
                <a16:creationId xmlns:a16="http://schemas.microsoft.com/office/drawing/2014/main" id="{D3896869-5852-CBB1-F390-9122580B55F0}"/>
              </a:ext>
            </a:extLst>
          </p:cNvPr>
          <p:cNvSpPr txBox="1"/>
          <p:nvPr/>
        </p:nvSpPr>
        <p:spPr>
          <a:xfrm>
            <a:off x="389614" y="5351154"/>
            <a:ext cx="14439569" cy="1200329"/>
          </a:xfrm>
          <a:prstGeom prst="rect">
            <a:avLst/>
          </a:prstGeom>
          <a:noFill/>
        </p:spPr>
        <p:txBody>
          <a:bodyPr wrap="square" rtlCol="0">
            <a:spAutoFit/>
          </a:bodyPr>
          <a:lstStyle/>
          <a:p>
            <a:r>
              <a:rPr lang="en-US" dirty="0"/>
              <a:t>*Admin views all transactions, cannot edit, create</a:t>
            </a:r>
          </a:p>
          <a:p>
            <a:r>
              <a:rPr lang="en-US" dirty="0"/>
              <a:t>Admin has rights fully for all master data, business rules, user creation etc.</a:t>
            </a:r>
          </a:p>
          <a:p>
            <a:r>
              <a:rPr lang="en-US" dirty="0"/>
              <a:t>**Warehouse user has edit rights on status of each order they need to process, updates real status per terminal number (also in bulk), creates notes, uploads documents or photos, confirms actual quantity received (PO and Returns) and actual sent out (Outbounds)</a:t>
            </a:r>
            <a:endParaRPr lang="en-AT" dirty="0"/>
          </a:p>
        </p:txBody>
      </p:sp>
    </p:spTree>
    <p:extLst>
      <p:ext uri="{BB962C8B-B14F-4D97-AF65-F5344CB8AC3E}">
        <p14:creationId xmlns:p14="http://schemas.microsoft.com/office/powerpoint/2010/main" val="448901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CD5EE-9F51-7013-8C23-F1CE0052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A6E76-C835-6902-8FC4-DB4A6981459A}"/>
              </a:ext>
            </a:extLst>
          </p:cNvPr>
          <p:cNvSpPr>
            <a:spLocks noGrp="1"/>
          </p:cNvSpPr>
          <p:nvPr>
            <p:ph type="title"/>
          </p:nvPr>
        </p:nvSpPr>
        <p:spPr>
          <a:xfrm>
            <a:off x="548640" y="163831"/>
            <a:ext cx="13533120" cy="529699"/>
          </a:xfrm>
        </p:spPr>
        <p:txBody>
          <a:bodyPr anchor="t"/>
          <a:lstStyle/>
          <a:p>
            <a:r>
              <a:rPr lang="en-US"/>
              <a:t>		POC Terminal State (Detected in POC)</a:t>
            </a:r>
          </a:p>
        </p:txBody>
      </p:sp>
      <p:sp>
        <p:nvSpPr>
          <p:cNvPr id="34" name="TextBox 33">
            <a:extLst>
              <a:ext uri="{FF2B5EF4-FFF2-40B4-BE49-F238E27FC236}">
                <a16:creationId xmlns:a16="http://schemas.microsoft.com/office/drawing/2014/main" id="{884F2AC6-3BDB-28B4-4FB7-810C6AB32EBE}"/>
              </a:ext>
            </a:extLst>
          </p:cNvPr>
          <p:cNvSpPr txBox="1"/>
          <p:nvPr/>
        </p:nvSpPr>
        <p:spPr>
          <a:xfrm>
            <a:off x="4020263" y="323928"/>
            <a:ext cx="4144164" cy="311175"/>
          </a:xfrm>
          <a:prstGeom prst="rect">
            <a:avLst/>
          </a:prstGeom>
          <a:noFill/>
        </p:spPr>
        <p:txBody>
          <a:bodyPr wrap="square">
            <a:spAutoFit/>
          </a:bodyPr>
          <a:lstStyle/>
          <a:p>
            <a:pPr marL="0" marR="0" lvl="0" indent="0" algn="l" defTabSz="812701" rtl="0" eaLnBrk="1" fontAlgn="auto" latinLnBrk="0" hangingPunct="1">
              <a:lnSpc>
                <a:spcPct val="100000"/>
              </a:lnSpc>
              <a:spcBef>
                <a:spcPts val="0"/>
              </a:spcBef>
              <a:spcAft>
                <a:spcPts val="0"/>
              </a:spcAft>
              <a:buClrTx/>
              <a:buSzTx/>
              <a:buFontTx/>
              <a:buNone/>
              <a:tabLst/>
              <a:defRPr/>
            </a:pPr>
            <a:r>
              <a:rPr kumimoji="0" lang="en-US" sz="1422" b="0"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 </a:t>
            </a:r>
          </a:p>
        </p:txBody>
      </p:sp>
      <p:pic>
        <p:nvPicPr>
          <p:cNvPr id="29" name="Picture 28">
            <a:extLst>
              <a:ext uri="{FF2B5EF4-FFF2-40B4-BE49-F238E27FC236}">
                <a16:creationId xmlns:a16="http://schemas.microsoft.com/office/drawing/2014/main" id="{063568DE-0165-3252-465C-4B2D2EBBF31C}"/>
              </a:ext>
            </a:extLst>
          </p:cNvPr>
          <p:cNvPicPr>
            <a:picLocks noChangeAspect="1"/>
          </p:cNvPicPr>
          <p:nvPr/>
        </p:nvPicPr>
        <p:blipFill>
          <a:blip r:embed="rId3"/>
          <a:stretch>
            <a:fillRect/>
          </a:stretch>
        </p:blipFill>
        <p:spPr>
          <a:xfrm>
            <a:off x="418570" y="795200"/>
            <a:ext cx="14029494" cy="5043625"/>
          </a:xfrm>
          <a:prstGeom prst="rect">
            <a:avLst/>
          </a:prstGeom>
        </p:spPr>
      </p:pic>
      <p:sp>
        <p:nvSpPr>
          <p:cNvPr id="30" name="TextBox 29">
            <a:extLst>
              <a:ext uri="{FF2B5EF4-FFF2-40B4-BE49-F238E27FC236}">
                <a16:creationId xmlns:a16="http://schemas.microsoft.com/office/drawing/2014/main" id="{649ABEBC-7385-2D58-8141-3CF49707A341}"/>
              </a:ext>
            </a:extLst>
          </p:cNvPr>
          <p:cNvSpPr txBox="1"/>
          <p:nvPr/>
        </p:nvSpPr>
        <p:spPr>
          <a:xfrm>
            <a:off x="418570" y="6048512"/>
            <a:ext cx="7506230" cy="1015663"/>
          </a:xfrm>
          <a:prstGeom prst="rect">
            <a:avLst/>
          </a:prstGeom>
          <a:noFill/>
        </p:spPr>
        <p:txBody>
          <a:bodyPr wrap="square" rtlCol="0">
            <a:spAutoFit/>
          </a:bodyPr>
          <a:lstStyle/>
          <a:p>
            <a:r>
              <a:rPr lang="en-US" u="sng"/>
              <a:t>Open Items:</a:t>
            </a:r>
          </a:p>
          <a:p>
            <a:pPr marL="285750" indent="-285750">
              <a:buFont typeface="Arial" panose="020B0604020202020204" pitchFamily="34" charset="0"/>
              <a:buChar char="•"/>
            </a:pPr>
            <a:r>
              <a:rPr lang="en-US" sz="1400"/>
              <a:t>Statuses “Placed” and “AssignedToMerchant” (?)</a:t>
            </a:r>
          </a:p>
          <a:p>
            <a:pPr marL="285750" indent="-285750">
              <a:buFont typeface="Arial" panose="020B0604020202020204" pitchFamily="34" charset="0"/>
              <a:buChar char="•"/>
            </a:pPr>
            <a:r>
              <a:rPr lang="en-US" sz="1400"/>
              <a:t>Who Triggers “Destroyed” </a:t>
            </a:r>
          </a:p>
          <a:p>
            <a:pPr marL="285750" indent="-285750">
              <a:buFont typeface="Arial" panose="020B0604020202020204" pitchFamily="34" charset="0"/>
              <a:buChar char="•"/>
            </a:pPr>
            <a:r>
              <a:rPr lang="en-US" sz="1400"/>
              <a:t>Recommendation for TO-BE – revise by business need &amp; include Reason codes </a:t>
            </a:r>
            <a:endParaRPr lang="en-AT" sz="1400"/>
          </a:p>
        </p:txBody>
      </p:sp>
    </p:spTree>
    <p:extLst>
      <p:ext uri="{BB962C8B-B14F-4D97-AF65-F5344CB8AC3E}">
        <p14:creationId xmlns:p14="http://schemas.microsoft.com/office/powerpoint/2010/main" val="152144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5111E-9DE2-831C-6AF2-BDE138AC5C58}"/>
            </a:ext>
          </a:extLst>
        </p:cNvPr>
        <p:cNvGrpSpPr/>
        <p:nvPr/>
      </p:nvGrpSpPr>
      <p:grpSpPr>
        <a:xfrm>
          <a:off x="0" y="0"/>
          <a:ext cx="0" cy="0"/>
          <a:chOff x="0" y="0"/>
          <a:chExt cx="0" cy="0"/>
        </a:xfrm>
      </p:grpSpPr>
      <p:sp>
        <p:nvSpPr>
          <p:cNvPr id="156" name="Rectangle 155">
            <a:extLst>
              <a:ext uri="{FF2B5EF4-FFF2-40B4-BE49-F238E27FC236}">
                <a16:creationId xmlns:a16="http://schemas.microsoft.com/office/drawing/2014/main" id="{D225731B-EFF5-65D2-671F-B1073CF265E9}"/>
              </a:ext>
            </a:extLst>
          </p:cNvPr>
          <p:cNvSpPr/>
          <p:nvPr/>
        </p:nvSpPr>
        <p:spPr>
          <a:xfrm>
            <a:off x="305184" y="7461285"/>
            <a:ext cx="3176826" cy="7500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sp>
        <p:nvSpPr>
          <p:cNvPr id="7" name="Rectangle 6">
            <a:extLst>
              <a:ext uri="{FF2B5EF4-FFF2-40B4-BE49-F238E27FC236}">
                <a16:creationId xmlns:a16="http://schemas.microsoft.com/office/drawing/2014/main" id="{0499364C-F3C2-6203-BC1F-92718456F4A0}"/>
              </a:ext>
            </a:extLst>
          </p:cNvPr>
          <p:cNvSpPr/>
          <p:nvPr/>
        </p:nvSpPr>
        <p:spPr>
          <a:xfrm>
            <a:off x="489691" y="736288"/>
            <a:ext cx="1574157" cy="6980187"/>
          </a:xfrm>
          <a:prstGeom prst="rect">
            <a:avLst/>
          </a:prstGeom>
          <a:solidFill>
            <a:schemeClr val="accent2">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54D289F-3395-EBE0-EE91-519318C88EA0}"/>
              </a:ext>
            </a:extLst>
          </p:cNvPr>
          <p:cNvSpPr/>
          <p:nvPr/>
        </p:nvSpPr>
        <p:spPr>
          <a:xfrm>
            <a:off x="8814071" y="740716"/>
            <a:ext cx="5548550" cy="558662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D161DF8-A8B5-D648-265C-D17C5DB70C3B}"/>
              </a:ext>
            </a:extLst>
          </p:cNvPr>
          <p:cNvSpPr txBox="1"/>
          <p:nvPr/>
        </p:nvSpPr>
        <p:spPr>
          <a:xfrm>
            <a:off x="2531910" y="2258681"/>
            <a:ext cx="2258967" cy="246221"/>
          </a:xfrm>
          <a:prstGeom prst="rect">
            <a:avLst/>
          </a:prstGeom>
          <a:noFill/>
        </p:spPr>
        <p:txBody>
          <a:bodyPr wrap="square" rtlCol="0">
            <a:spAutoFit/>
          </a:bodyPr>
          <a:lstStyle/>
          <a:p>
            <a:r>
              <a:rPr lang="en-US" sz="1000"/>
              <a:t>GET /v1/purchases (inbounded) </a:t>
            </a:r>
            <a:r>
              <a:rPr lang="en-US" sz="800"/>
              <a:t>(5)</a:t>
            </a:r>
          </a:p>
        </p:txBody>
      </p:sp>
      <p:sp>
        <p:nvSpPr>
          <p:cNvPr id="15" name="Title 1">
            <a:extLst>
              <a:ext uri="{FF2B5EF4-FFF2-40B4-BE49-F238E27FC236}">
                <a16:creationId xmlns:a16="http://schemas.microsoft.com/office/drawing/2014/main" id="{22E0FA77-826F-F5EE-8075-D82B4DCE74D6}"/>
              </a:ext>
            </a:extLst>
          </p:cNvPr>
          <p:cNvSpPr>
            <a:spLocks noGrp="1"/>
          </p:cNvSpPr>
          <p:nvPr>
            <p:ph type="title"/>
          </p:nvPr>
        </p:nvSpPr>
        <p:spPr>
          <a:xfrm>
            <a:off x="2636198" y="-257637"/>
            <a:ext cx="8904662" cy="1333040"/>
          </a:xfrm>
        </p:spPr>
        <p:txBody>
          <a:bodyPr/>
          <a:lstStyle/>
          <a:p>
            <a:r>
              <a:rPr lang="en-US"/>
              <a:t>Detailed Data Mapping - POC</a:t>
            </a:r>
            <a:endParaRPr lang="en-US" sz="2200"/>
          </a:p>
        </p:txBody>
      </p:sp>
      <p:sp>
        <p:nvSpPr>
          <p:cNvPr id="28" name="Rectangle 27">
            <a:extLst>
              <a:ext uri="{FF2B5EF4-FFF2-40B4-BE49-F238E27FC236}">
                <a16:creationId xmlns:a16="http://schemas.microsoft.com/office/drawing/2014/main" id="{F0A62D88-F6F0-B19B-ABC5-D7D04511D66D}"/>
              </a:ext>
            </a:extLst>
          </p:cNvPr>
          <p:cNvSpPr/>
          <p:nvPr/>
        </p:nvSpPr>
        <p:spPr>
          <a:xfrm>
            <a:off x="12088118" y="2580813"/>
            <a:ext cx="1875099" cy="809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r>
              <a:rPr lang="en-US"/>
              <a:t>PO </a:t>
            </a:r>
          </a:p>
        </p:txBody>
      </p:sp>
      <p:sp>
        <p:nvSpPr>
          <p:cNvPr id="29" name="Rectangle 28">
            <a:extLst>
              <a:ext uri="{FF2B5EF4-FFF2-40B4-BE49-F238E27FC236}">
                <a16:creationId xmlns:a16="http://schemas.microsoft.com/office/drawing/2014/main" id="{F0EC14F3-01CA-B73C-B596-374F8DA847D2}"/>
              </a:ext>
            </a:extLst>
          </p:cNvPr>
          <p:cNvSpPr/>
          <p:nvPr/>
        </p:nvSpPr>
        <p:spPr>
          <a:xfrm>
            <a:off x="12088118" y="3521351"/>
            <a:ext cx="1875099" cy="809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2. SO Lines</a:t>
            </a:r>
          </a:p>
        </p:txBody>
      </p:sp>
      <p:sp>
        <p:nvSpPr>
          <p:cNvPr id="30" name="Rectangle 29">
            <a:extLst>
              <a:ext uri="{FF2B5EF4-FFF2-40B4-BE49-F238E27FC236}">
                <a16:creationId xmlns:a16="http://schemas.microsoft.com/office/drawing/2014/main" id="{994EE302-A967-CD4C-FBDC-FBDD4CA6DEE8}"/>
              </a:ext>
            </a:extLst>
          </p:cNvPr>
          <p:cNvSpPr/>
          <p:nvPr/>
        </p:nvSpPr>
        <p:spPr>
          <a:xfrm>
            <a:off x="12088118" y="4461889"/>
            <a:ext cx="1875099" cy="809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3 LOT / StageSet</a:t>
            </a:r>
          </a:p>
        </p:txBody>
      </p:sp>
      <p:sp>
        <p:nvSpPr>
          <p:cNvPr id="31" name="Rectangle 30">
            <a:extLst>
              <a:ext uri="{FF2B5EF4-FFF2-40B4-BE49-F238E27FC236}">
                <a16:creationId xmlns:a16="http://schemas.microsoft.com/office/drawing/2014/main" id="{B5EB0E8B-0ECF-CF7A-C2F8-3F05B5D5EF99}"/>
              </a:ext>
            </a:extLst>
          </p:cNvPr>
          <p:cNvSpPr/>
          <p:nvPr/>
        </p:nvSpPr>
        <p:spPr>
          <a:xfrm>
            <a:off x="12088118" y="5413606"/>
            <a:ext cx="1875099" cy="809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Append activities to Lot (s)</a:t>
            </a:r>
          </a:p>
        </p:txBody>
      </p:sp>
      <p:sp>
        <p:nvSpPr>
          <p:cNvPr id="39" name="Rectangle 38">
            <a:extLst>
              <a:ext uri="{FF2B5EF4-FFF2-40B4-BE49-F238E27FC236}">
                <a16:creationId xmlns:a16="http://schemas.microsoft.com/office/drawing/2014/main" id="{34B41AE3-1A43-6712-A256-C6BA488802BD}"/>
              </a:ext>
            </a:extLst>
          </p:cNvPr>
          <p:cNvSpPr/>
          <p:nvPr/>
        </p:nvSpPr>
        <p:spPr>
          <a:xfrm>
            <a:off x="12088118" y="1242880"/>
            <a:ext cx="1875099" cy="809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Master Data:</a:t>
            </a:r>
          </a:p>
          <a:p>
            <a:pPr algn="ctr"/>
            <a:r>
              <a:rPr lang="en-US" sz="800"/>
              <a:t>Product master</a:t>
            </a:r>
          </a:p>
          <a:p>
            <a:pPr algn="ctr"/>
            <a:r>
              <a:rPr lang="en-US" sz="800">
                <a:solidFill>
                  <a:schemeClr val="bg2">
                    <a:lumMod val="75000"/>
                  </a:schemeClr>
                </a:solidFill>
              </a:rPr>
              <a:t>Suppliers &amp; </a:t>
            </a:r>
          </a:p>
          <a:p>
            <a:pPr algn="ctr"/>
            <a:r>
              <a:rPr lang="en-US" sz="800">
                <a:solidFill>
                  <a:schemeClr val="bg2">
                    <a:lumMod val="75000"/>
                  </a:schemeClr>
                </a:solidFill>
              </a:rPr>
              <a:t>Warehouse Locations </a:t>
            </a:r>
          </a:p>
        </p:txBody>
      </p:sp>
      <p:sp>
        <p:nvSpPr>
          <p:cNvPr id="71" name="TextBox 70">
            <a:extLst>
              <a:ext uri="{FF2B5EF4-FFF2-40B4-BE49-F238E27FC236}">
                <a16:creationId xmlns:a16="http://schemas.microsoft.com/office/drawing/2014/main" id="{559FF361-F976-C14B-26AB-7FF626CBD21F}"/>
              </a:ext>
            </a:extLst>
          </p:cNvPr>
          <p:cNvSpPr txBox="1"/>
          <p:nvPr/>
        </p:nvSpPr>
        <p:spPr>
          <a:xfrm>
            <a:off x="11945006" y="802060"/>
            <a:ext cx="2078352" cy="369332"/>
          </a:xfrm>
          <a:prstGeom prst="rect">
            <a:avLst/>
          </a:prstGeom>
          <a:noFill/>
        </p:spPr>
        <p:txBody>
          <a:bodyPr wrap="square" rtlCol="0">
            <a:spAutoFit/>
          </a:bodyPr>
          <a:lstStyle/>
          <a:p>
            <a:r>
              <a:rPr lang="en-US"/>
              <a:t>E2open E2MC DB</a:t>
            </a:r>
          </a:p>
        </p:txBody>
      </p:sp>
      <p:sp>
        <p:nvSpPr>
          <p:cNvPr id="3" name="TextBox 2">
            <a:extLst>
              <a:ext uri="{FF2B5EF4-FFF2-40B4-BE49-F238E27FC236}">
                <a16:creationId xmlns:a16="http://schemas.microsoft.com/office/drawing/2014/main" id="{48176DDD-F01B-BCAA-E901-BBC2263383B2}"/>
              </a:ext>
            </a:extLst>
          </p:cNvPr>
          <p:cNvSpPr txBox="1"/>
          <p:nvPr/>
        </p:nvSpPr>
        <p:spPr>
          <a:xfrm>
            <a:off x="607042" y="804419"/>
            <a:ext cx="1339454" cy="307777"/>
          </a:xfrm>
          <a:prstGeom prst="rect">
            <a:avLst/>
          </a:prstGeom>
          <a:noFill/>
        </p:spPr>
        <p:txBody>
          <a:bodyPr wrap="square">
            <a:spAutoFit/>
          </a:bodyPr>
          <a:lstStyle/>
          <a:p>
            <a:pPr algn="ctr"/>
            <a:r>
              <a:rPr lang="en-US" sz="1400"/>
              <a:t>Logistics API:</a:t>
            </a:r>
          </a:p>
        </p:txBody>
      </p:sp>
      <p:sp>
        <p:nvSpPr>
          <p:cNvPr id="5" name="TextBox 4">
            <a:extLst>
              <a:ext uri="{FF2B5EF4-FFF2-40B4-BE49-F238E27FC236}">
                <a16:creationId xmlns:a16="http://schemas.microsoft.com/office/drawing/2014/main" id="{7A24405D-1535-982D-852C-5B5919B0F007}"/>
              </a:ext>
            </a:extLst>
          </p:cNvPr>
          <p:cNvSpPr txBox="1"/>
          <p:nvPr/>
        </p:nvSpPr>
        <p:spPr>
          <a:xfrm>
            <a:off x="9346014" y="878559"/>
            <a:ext cx="2067049" cy="369332"/>
          </a:xfrm>
          <a:prstGeom prst="rect">
            <a:avLst/>
          </a:prstGeom>
          <a:noFill/>
        </p:spPr>
        <p:txBody>
          <a:bodyPr wrap="square" rtlCol="0">
            <a:spAutoFit/>
          </a:bodyPr>
          <a:lstStyle/>
          <a:p>
            <a:r>
              <a:rPr lang="en-US"/>
              <a:t>E2MC Adapters</a:t>
            </a:r>
          </a:p>
        </p:txBody>
      </p:sp>
      <p:grpSp>
        <p:nvGrpSpPr>
          <p:cNvPr id="56" name="Group 55">
            <a:extLst>
              <a:ext uri="{FF2B5EF4-FFF2-40B4-BE49-F238E27FC236}">
                <a16:creationId xmlns:a16="http://schemas.microsoft.com/office/drawing/2014/main" id="{B8D29DDD-162A-D90F-A4BA-F0630528B288}"/>
              </a:ext>
            </a:extLst>
          </p:cNvPr>
          <p:cNvGrpSpPr/>
          <p:nvPr/>
        </p:nvGrpSpPr>
        <p:grpSpPr>
          <a:xfrm>
            <a:off x="640079" y="2157513"/>
            <a:ext cx="1217745" cy="770397"/>
            <a:chOff x="640079" y="2414688"/>
            <a:chExt cx="1217745" cy="770397"/>
          </a:xfrm>
        </p:grpSpPr>
        <p:sp>
          <p:nvSpPr>
            <p:cNvPr id="6" name="Rectangle: Rounded Corners 5">
              <a:extLst>
                <a:ext uri="{FF2B5EF4-FFF2-40B4-BE49-F238E27FC236}">
                  <a16:creationId xmlns:a16="http://schemas.microsoft.com/office/drawing/2014/main" id="{B53035BB-99E3-3D9A-54F7-01AD38A95DC6}"/>
                </a:ext>
              </a:extLst>
            </p:cNvPr>
            <p:cNvSpPr/>
            <p:nvPr/>
          </p:nvSpPr>
          <p:spPr>
            <a:xfrm>
              <a:off x="640079" y="2414688"/>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3ED42F1-E05E-235A-4C16-B6395EB3B8E4}"/>
                </a:ext>
              </a:extLst>
            </p:cNvPr>
            <p:cNvSpPr txBox="1"/>
            <p:nvPr/>
          </p:nvSpPr>
          <p:spPr>
            <a:xfrm>
              <a:off x="640079" y="2492110"/>
              <a:ext cx="1217745" cy="615553"/>
            </a:xfrm>
            <a:prstGeom prst="rect">
              <a:avLst/>
            </a:prstGeom>
            <a:noFill/>
          </p:spPr>
          <p:txBody>
            <a:bodyPr wrap="square" rtlCol="0">
              <a:spAutoFit/>
            </a:bodyPr>
            <a:lstStyle/>
            <a:p>
              <a:r>
                <a:rPr lang="en-US" sz="1000" b="1" u="sng"/>
                <a:t>Purchases:</a:t>
              </a:r>
            </a:p>
            <a:p>
              <a:pPr marL="171450" indent="-171450">
                <a:buFont typeface="Arial" panose="020B0604020202020204" pitchFamily="34" charset="0"/>
                <a:buChar char="•"/>
              </a:pPr>
              <a:r>
                <a:rPr lang="en-US" sz="800"/>
                <a:t>Header</a:t>
              </a:r>
            </a:p>
            <a:p>
              <a:pPr marL="171450" indent="-171450">
                <a:buFont typeface="Arial" panose="020B0604020202020204" pitchFamily="34" charset="0"/>
                <a:buChar char="•"/>
              </a:pPr>
              <a:r>
                <a:rPr lang="en-US" sz="800"/>
                <a:t>Expected Products</a:t>
              </a:r>
            </a:p>
            <a:p>
              <a:pPr marL="171450" indent="-171450">
                <a:buFont typeface="Arial" panose="020B0604020202020204" pitchFamily="34" charset="0"/>
                <a:buChar char="•"/>
              </a:pPr>
              <a:r>
                <a:rPr lang="en-US" sz="800"/>
                <a:t>Inbounds [Serials]</a:t>
              </a:r>
            </a:p>
          </p:txBody>
        </p:sp>
      </p:grpSp>
      <p:sp>
        <p:nvSpPr>
          <p:cNvPr id="34" name="Rectangle 33">
            <a:extLst>
              <a:ext uri="{FF2B5EF4-FFF2-40B4-BE49-F238E27FC236}">
                <a16:creationId xmlns:a16="http://schemas.microsoft.com/office/drawing/2014/main" id="{0F8986C5-F387-3974-2FE4-191BDE6C9658}"/>
              </a:ext>
            </a:extLst>
          </p:cNvPr>
          <p:cNvSpPr/>
          <p:nvPr/>
        </p:nvSpPr>
        <p:spPr>
          <a:xfrm>
            <a:off x="9145353" y="2774811"/>
            <a:ext cx="1677798" cy="51198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solidFill>
                  <a:schemeClr val="tx1"/>
                </a:solidFill>
              </a:rPr>
              <a:t>TERMINAL-DISTRIBUTOR_PO_TXN</a:t>
            </a:r>
          </a:p>
        </p:txBody>
      </p:sp>
      <p:sp>
        <p:nvSpPr>
          <p:cNvPr id="35" name="Rectangle 34">
            <a:extLst>
              <a:ext uri="{FF2B5EF4-FFF2-40B4-BE49-F238E27FC236}">
                <a16:creationId xmlns:a16="http://schemas.microsoft.com/office/drawing/2014/main" id="{2CCB046F-1E8A-7456-CBEF-3EADBB29338D}"/>
              </a:ext>
            </a:extLst>
          </p:cNvPr>
          <p:cNvSpPr/>
          <p:nvPr/>
        </p:nvSpPr>
        <p:spPr>
          <a:xfrm>
            <a:off x="9167026" y="3606945"/>
            <a:ext cx="1677798" cy="51198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a:solidFill>
                  <a:schemeClr val="tx1"/>
                </a:solidFill>
              </a:rPr>
              <a:t>TERMINAL-DISTRIBUTOR_SO_TXN</a:t>
            </a:r>
          </a:p>
        </p:txBody>
      </p:sp>
      <p:sp>
        <p:nvSpPr>
          <p:cNvPr id="42" name="Rectangle 41">
            <a:extLst>
              <a:ext uri="{FF2B5EF4-FFF2-40B4-BE49-F238E27FC236}">
                <a16:creationId xmlns:a16="http://schemas.microsoft.com/office/drawing/2014/main" id="{77A9E316-EE8A-37D2-9D8E-D29EED2E6394}"/>
              </a:ext>
            </a:extLst>
          </p:cNvPr>
          <p:cNvSpPr/>
          <p:nvPr/>
        </p:nvSpPr>
        <p:spPr>
          <a:xfrm>
            <a:off x="9167026" y="5208734"/>
            <a:ext cx="1677798" cy="51198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a:solidFill>
                  <a:schemeClr val="tx1"/>
                </a:solidFill>
              </a:rPr>
              <a:t>SERIALNUMBERLOTTRANS</a:t>
            </a:r>
          </a:p>
        </p:txBody>
      </p:sp>
      <p:sp>
        <p:nvSpPr>
          <p:cNvPr id="44" name="Rectangle 43">
            <a:extLst>
              <a:ext uri="{FF2B5EF4-FFF2-40B4-BE49-F238E27FC236}">
                <a16:creationId xmlns:a16="http://schemas.microsoft.com/office/drawing/2014/main" id="{26E17AD3-6229-B9B9-E24B-3DB6BCE27510}"/>
              </a:ext>
            </a:extLst>
          </p:cNvPr>
          <p:cNvSpPr/>
          <p:nvPr/>
        </p:nvSpPr>
        <p:spPr>
          <a:xfrm>
            <a:off x="5016439" y="1817855"/>
            <a:ext cx="2795490" cy="570490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C3347A9A-6616-4260-88D9-ED8806A2A79D}"/>
              </a:ext>
            </a:extLst>
          </p:cNvPr>
          <p:cNvGrpSpPr/>
          <p:nvPr/>
        </p:nvGrpSpPr>
        <p:grpSpPr>
          <a:xfrm>
            <a:off x="640079" y="3187903"/>
            <a:ext cx="1217745" cy="770397"/>
            <a:chOff x="640079" y="3445078"/>
            <a:chExt cx="1217745" cy="770397"/>
          </a:xfrm>
        </p:grpSpPr>
        <p:sp>
          <p:nvSpPr>
            <p:cNvPr id="47" name="Rectangle: Rounded Corners 46">
              <a:extLst>
                <a:ext uri="{FF2B5EF4-FFF2-40B4-BE49-F238E27FC236}">
                  <a16:creationId xmlns:a16="http://schemas.microsoft.com/office/drawing/2014/main" id="{4041ED24-FE67-1267-3D22-B6E23A0AE138}"/>
                </a:ext>
              </a:extLst>
            </p:cNvPr>
            <p:cNvSpPr/>
            <p:nvPr/>
          </p:nvSpPr>
          <p:spPr>
            <a:xfrm>
              <a:off x="640079" y="3445078"/>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43F0E077-082C-76AE-B05D-AD3E85C1140D}"/>
                </a:ext>
              </a:extLst>
            </p:cNvPr>
            <p:cNvSpPr txBox="1"/>
            <p:nvPr/>
          </p:nvSpPr>
          <p:spPr>
            <a:xfrm>
              <a:off x="640079" y="3460944"/>
              <a:ext cx="1217745" cy="738664"/>
            </a:xfrm>
            <a:prstGeom prst="rect">
              <a:avLst/>
            </a:prstGeom>
            <a:noFill/>
          </p:spPr>
          <p:txBody>
            <a:bodyPr wrap="square" rtlCol="0">
              <a:spAutoFit/>
            </a:bodyPr>
            <a:lstStyle/>
            <a:p>
              <a:r>
                <a:rPr lang="en-US" sz="1000" b="1" u="sng"/>
                <a:t>Orders:</a:t>
              </a:r>
            </a:p>
            <a:p>
              <a:pPr marL="171450" indent="-171450">
                <a:buFont typeface="Arial" panose="020B0604020202020204" pitchFamily="34" charset="0"/>
                <a:buChar char="•"/>
              </a:pPr>
              <a:r>
                <a:rPr lang="en-US" sz="800"/>
                <a:t>Header</a:t>
              </a:r>
            </a:p>
            <a:p>
              <a:pPr marL="171450" indent="-171450">
                <a:buFont typeface="Arial" panose="020B0604020202020204" pitchFamily="34" charset="0"/>
                <a:buChar char="•"/>
              </a:pPr>
              <a:r>
                <a:rPr lang="en-US" sz="800"/>
                <a:t>Shipment</a:t>
              </a:r>
            </a:p>
            <a:p>
              <a:pPr marL="171450" indent="-171450">
                <a:buFont typeface="Arial" panose="020B0604020202020204" pitchFamily="34" charset="0"/>
                <a:buChar char="•"/>
              </a:pPr>
              <a:r>
                <a:rPr lang="en-US" sz="800"/>
                <a:t>ShippedLines</a:t>
              </a:r>
            </a:p>
            <a:p>
              <a:r>
                <a:rPr lang="en-US" sz="800"/>
                <a:t>[Serials]</a:t>
              </a:r>
            </a:p>
          </p:txBody>
        </p:sp>
      </p:grpSp>
      <p:grpSp>
        <p:nvGrpSpPr>
          <p:cNvPr id="59" name="Group 58">
            <a:extLst>
              <a:ext uri="{FF2B5EF4-FFF2-40B4-BE49-F238E27FC236}">
                <a16:creationId xmlns:a16="http://schemas.microsoft.com/office/drawing/2014/main" id="{94B48356-0452-D95C-C261-6B50F917F521}"/>
              </a:ext>
            </a:extLst>
          </p:cNvPr>
          <p:cNvGrpSpPr/>
          <p:nvPr/>
        </p:nvGrpSpPr>
        <p:grpSpPr>
          <a:xfrm>
            <a:off x="640079" y="4287704"/>
            <a:ext cx="1279065" cy="770397"/>
            <a:chOff x="640079" y="4544879"/>
            <a:chExt cx="1279065" cy="770397"/>
          </a:xfrm>
        </p:grpSpPr>
        <p:sp>
          <p:nvSpPr>
            <p:cNvPr id="54" name="Rectangle: Rounded Corners 53">
              <a:extLst>
                <a:ext uri="{FF2B5EF4-FFF2-40B4-BE49-F238E27FC236}">
                  <a16:creationId xmlns:a16="http://schemas.microsoft.com/office/drawing/2014/main" id="{862E8D27-63BB-069A-D1CA-95DF8A413C79}"/>
                </a:ext>
              </a:extLst>
            </p:cNvPr>
            <p:cNvSpPr/>
            <p:nvPr/>
          </p:nvSpPr>
          <p:spPr>
            <a:xfrm>
              <a:off x="640079" y="4544879"/>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B37847F-9E04-C10B-C8EC-A2B91FD13823}"/>
                </a:ext>
              </a:extLst>
            </p:cNvPr>
            <p:cNvSpPr txBox="1"/>
            <p:nvPr/>
          </p:nvSpPr>
          <p:spPr>
            <a:xfrm>
              <a:off x="640079" y="4622301"/>
              <a:ext cx="1279065" cy="615553"/>
            </a:xfrm>
            <a:prstGeom prst="rect">
              <a:avLst/>
            </a:prstGeom>
            <a:noFill/>
          </p:spPr>
          <p:txBody>
            <a:bodyPr wrap="square" rtlCol="0">
              <a:spAutoFit/>
            </a:bodyPr>
            <a:lstStyle/>
            <a:p>
              <a:r>
                <a:rPr lang="en-US" sz="1000" b="1" u="sng"/>
                <a:t>Product/SERIAL#:</a:t>
              </a:r>
            </a:p>
            <a:p>
              <a:pPr marL="171450" indent="-171450">
                <a:buFont typeface="Arial" panose="020B0604020202020204" pitchFamily="34" charset="0"/>
                <a:buChar char="•"/>
              </a:pPr>
              <a:r>
                <a:rPr lang="en-US" sz="800"/>
                <a:t>productState per productCode / SerialNumber</a:t>
              </a:r>
            </a:p>
          </p:txBody>
        </p:sp>
      </p:grpSp>
      <p:grpSp>
        <p:nvGrpSpPr>
          <p:cNvPr id="60" name="Group 59">
            <a:extLst>
              <a:ext uri="{FF2B5EF4-FFF2-40B4-BE49-F238E27FC236}">
                <a16:creationId xmlns:a16="http://schemas.microsoft.com/office/drawing/2014/main" id="{42C3DF16-1D66-F056-881C-74461127575B}"/>
              </a:ext>
            </a:extLst>
          </p:cNvPr>
          <p:cNvGrpSpPr/>
          <p:nvPr/>
        </p:nvGrpSpPr>
        <p:grpSpPr>
          <a:xfrm>
            <a:off x="640079" y="5381536"/>
            <a:ext cx="1217745" cy="770397"/>
            <a:chOff x="640079" y="5638711"/>
            <a:chExt cx="1217745" cy="770397"/>
          </a:xfrm>
        </p:grpSpPr>
        <p:sp>
          <p:nvSpPr>
            <p:cNvPr id="72" name="Rectangle: Rounded Corners 71">
              <a:extLst>
                <a:ext uri="{FF2B5EF4-FFF2-40B4-BE49-F238E27FC236}">
                  <a16:creationId xmlns:a16="http://schemas.microsoft.com/office/drawing/2014/main" id="{365948CB-F625-8C80-768F-4C5C025C8302}"/>
                </a:ext>
              </a:extLst>
            </p:cNvPr>
            <p:cNvSpPr/>
            <p:nvPr/>
          </p:nvSpPr>
          <p:spPr>
            <a:xfrm>
              <a:off x="640079" y="5638711"/>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EC0E2752-D18D-C725-0A74-A335DCDEE14B}"/>
                </a:ext>
              </a:extLst>
            </p:cNvPr>
            <p:cNvSpPr txBox="1"/>
            <p:nvPr/>
          </p:nvSpPr>
          <p:spPr>
            <a:xfrm>
              <a:off x="640079" y="5654577"/>
              <a:ext cx="1217745" cy="738664"/>
            </a:xfrm>
            <a:prstGeom prst="rect">
              <a:avLst/>
            </a:prstGeom>
            <a:noFill/>
          </p:spPr>
          <p:txBody>
            <a:bodyPr wrap="square" rtlCol="0">
              <a:spAutoFit/>
            </a:bodyPr>
            <a:lstStyle/>
            <a:p>
              <a:r>
                <a:rPr lang="en-US" sz="1000" b="1" u="sng"/>
                <a:t>Distribution:</a:t>
              </a:r>
            </a:p>
            <a:p>
              <a:pPr marL="171450" indent="-171450">
                <a:buFont typeface="Arial" panose="020B0604020202020204" pitchFamily="34" charset="0"/>
                <a:buChar char="•"/>
              </a:pPr>
              <a:r>
                <a:rPr lang="en-US" sz="800"/>
                <a:t>Header</a:t>
              </a:r>
            </a:p>
            <a:p>
              <a:pPr marL="171450" indent="-171450">
                <a:buFont typeface="Arial" panose="020B0604020202020204" pitchFamily="34" charset="0"/>
                <a:buChar char="•"/>
              </a:pPr>
              <a:r>
                <a:rPr lang="en-US" sz="800"/>
                <a:t>Shipment</a:t>
              </a:r>
            </a:p>
            <a:p>
              <a:pPr marL="171450" indent="-171450">
                <a:buFont typeface="Arial" panose="020B0604020202020204" pitchFamily="34" charset="0"/>
                <a:buChar char="•"/>
              </a:pPr>
              <a:r>
                <a:rPr lang="en-US" sz="800"/>
                <a:t>ShippedLines [Serials]</a:t>
              </a:r>
            </a:p>
          </p:txBody>
        </p:sp>
      </p:grpSp>
      <p:grpSp>
        <p:nvGrpSpPr>
          <p:cNvPr id="61" name="Group 60">
            <a:extLst>
              <a:ext uri="{FF2B5EF4-FFF2-40B4-BE49-F238E27FC236}">
                <a16:creationId xmlns:a16="http://schemas.microsoft.com/office/drawing/2014/main" id="{3ED39FF8-70B6-706B-FDC5-37DC01DB53F4}"/>
              </a:ext>
            </a:extLst>
          </p:cNvPr>
          <p:cNvGrpSpPr/>
          <p:nvPr/>
        </p:nvGrpSpPr>
        <p:grpSpPr>
          <a:xfrm>
            <a:off x="640079" y="6531826"/>
            <a:ext cx="1217745" cy="770397"/>
            <a:chOff x="640079" y="6789001"/>
            <a:chExt cx="1217745" cy="770397"/>
          </a:xfrm>
        </p:grpSpPr>
        <p:sp>
          <p:nvSpPr>
            <p:cNvPr id="74" name="Rectangle: Rounded Corners 73">
              <a:extLst>
                <a:ext uri="{FF2B5EF4-FFF2-40B4-BE49-F238E27FC236}">
                  <a16:creationId xmlns:a16="http://schemas.microsoft.com/office/drawing/2014/main" id="{919BB809-8944-33D7-CC4D-110A8BECD1E5}"/>
                </a:ext>
              </a:extLst>
            </p:cNvPr>
            <p:cNvSpPr/>
            <p:nvPr/>
          </p:nvSpPr>
          <p:spPr>
            <a:xfrm>
              <a:off x="640079" y="6789001"/>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C4A75117-18BB-BD9D-E747-2D26D42212CB}"/>
                </a:ext>
              </a:extLst>
            </p:cNvPr>
            <p:cNvSpPr txBox="1"/>
            <p:nvPr/>
          </p:nvSpPr>
          <p:spPr>
            <a:xfrm>
              <a:off x="640079" y="6804867"/>
              <a:ext cx="1217745" cy="738664"/>
            </a:xfrm>
            <a:prstGeom prst="rect">
              <a:avLst/>
            </a:prstGeom>
            <a:noFill/>
          </p:spPr>
          <p:txBody>
            <a:bodyPr wrap="square" rtlCol="0">
              <a:spAutoFit/>
            </a:bodyPr>
            <a:lstStyle/>
            <a:p>
              <a:r>
                <a:rPr lang="en-US" sz="1000" b="1" u="sng"/>
                <a:t>Dispatch:</a:t>
              </a:r>
            </a:p>
            <a:p>
              <a:pPr marL="171450" indent="-171450">
                <a:buFont typeface="Arial" panose="020B0604020202020204" pitchFamily="34" charset="0"/>
                <a:buChar char="•"/>
              </a:pPr>
              <a:r>
                <a:rPr lang="en-US" sz="800"/>
                <a:t>Header</a:t>
              </a:r>
            </a:p>
            <a:p>
              <a:pPr marL="171450" indent="-171450">
                <a:buFont typeface="Arial" panose="020B0604020202020204" pitchFamily="34" charset="0"/>
                <a:buChar char="•"/>
              </a:pPr>
              <a:r>
                <a:rPr lang="en-US" sz="800"/>
                <a:t>Shipment</a:t>
              </a:r>
            </a:p>
            <a:p>
              <a:pPr marL="171450" indent="-171450">
                <a:buFont typeface="Arial" panose="020B0604020202020204" pitchFamily="34" charset="0"/>
                <a:buChar char="•"/>
              </a:pPr>
              <a:r>
                <a:rPr lang="en-US" sz="800"/>
                <a:t>ShippedLines [Serials]</a:t>
              </a:r>
            </a:p>
          </p:txBody>
        </p:sp>
      </p:grpSp>
      <p:cxnSp>
        <p:nvCxnSpPr>
          <p:cNvPr id="77" name="Straight Arrow Connector 76">
            <a:extLst>
              <a:ext uri="{FF2B5EF4-FFF2-40B4-BE49-F238E27FC236}">
                <a16:creationId xmlns:a16="http://schemas.microsoft.com/office/drawing/2014/main" id="{E547D950-F96E-B2CE-CC28-F2DB71462268}"/>
              </a:ext>
            </a:extLst>
          </p:cNvPr>
          <p:cNvCxnSpPr>
            <a:cxnSpLocks/>
            <a:stCxn id="6" idx="3"/>
            <a:endCxn id="78" idx="1"/>
          </p:cNvCxnSpPr>
          <p:nvPr/>
        </p:nvCxnSpPr>
        <p:spPr>
          <a:xfrm flipV="1">
            <a:off x="1857823" y="2540091"/>
            <a:ext cx="3332458" cy="262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292DC359-0A00-E31D-DA04-905356B1B294}"/>
              </a:ext>
            </a:extLst>
          </p:cNvPr>
          <p:cNvSpPr/>
          <p:nvPr/>
        </p:nvSpPr>
        <p:spPr>
          <a:xfrm>
            <a:off x="5190281" y="2165090"/>
            <a:ext cx="693576" cy="750001"/>
          </a:xfrm>
          <a:prstGeom prst="rect">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Pre processing</a:t>
            </a:r>
          </a:p>
          <a:p>
            <a:pPr algn="ctr"/>
            <a:r>
              <a:rPr lang="en-US" sz="800">
                <a:solidFill>
                  <a:schemeClr val="tx1"/>
                </a:solidFill>
              </a:rPr>
              <a:t>(1)</a:t>
            </a:r>
          </a:p>
        </p:txBody>
      </p:sp>
      <p:sp>
        <p:nvSpPr>
          <p:cNvPr id="80" name="Flowchart: Internal Storage 79">
            <a:extLst>
              <a:ext uri="{FF2B5EF4-FFF2-40B4-BE49-F238E27FC236}">
                <a16:creationId xmlns:a16="http://schemas.microsoft.com/office/drawing/2014/main" id="{B24FDD71-2156-16BF-42B7-70FBC0EA7D4B}"/>
              </a:ext>
            </a:extLst>
          </p:cNvPr>
          <p:cNvSpPr/>
          <p:nvPr/>
        </p:nvSpPr>
        <p:spPr>
          <a:xfrm>
            <a:off x="6761129" y="2467623"/>
            <a:ext cx="939567" cy="596394"/>
          </a:xfrm>
          <a:prstGeom prst="flowChartInternalStorage">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PO / PO Line info file</a:t>
            </a:r>
          </a:p>
        </p:txBody>
      </p:sp>
      <p:sp>
        <p:nvSpPr>
          <p:cNvPr id="81" name="Flowchart: Internal Storage 80">
            <a:extLst>
              <a:ext uri="{FF2B5EF4-FFF2-40B4-BE49-F238E27FC236}">
                <a16:creationId xmlns:a16="http://schemas.microsoft.com/office/drawing/2014/main" id="{8D1E60E1-726F-5AD4-F62C-135CB7A48CB1}"/>
              </a:ext>
            </a:extLst>
          </p:cNvPr>
          <p:cNvSpPr/>
          <p:nvPr/>
        </p:nvSpPr>
        <p:spPr>
          <a:xfrm>
            <a:off x="6761191" y="4888388"/>
            <a:ext cx="939567" cy="596394"/>
          </a:xfrm>
          <a:prstGeom prst="flowChartInternalStorage">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LOT / Stage info file (4)</a:t>
            </a:r>
          </a:p>
        </p:txBody>
      </p:sp>
      <p:cxnSp>
        <p:nvCxnSpPr>
          <p:cNvPr id="83" name="Connector: Elbow 82">
            <a:extLst>
              <a:ext uri="{FF2B5EF4-FFF2-40B4-BE49-F238E27FC236}">
                <a16:creationId xmlns:a16="http://schemas.microsoft.com/office/drawing/2014/main" id="{2FDCC79D-50A5-704D-18D8-A1932C1F2E1E}"/>
              </a:ext>
            </a:extLst>
          </p:cNvPr>
          <p:cNvCxnSpPr>
            <a:cxnSpLocks/>
            <a:endCxn id="80" idx="1"/>
          </p:cNvCxnSpPr>
          <p:nvPr/>
        </p:nvCxnSpPr>
        <p:spPr>
          <a:xfrm>
            <a:off x="5902122" y="2413851"/>
            <a:ext cx="859007" cy="351969"/>
          </a:xfrm>
          <a:prstGeom prst="bentConnector3">
            <a:avLst>
              <a:gd name="adj1" fmla="val 8030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D76CFB02-FAA3-EF50-7069-B7D3E453DB3A}"/>
              </a:ext>
            </a:extLst>
          </p:cNvPr>
          <p:cNvCxnSpPr>
            <a:cxnSpLocks/>
            <a:stCxn id="78" idx="3"/>
            <a:endCxn id="81" idx="1"/>
          </p:cNvCxnSpPr>
          <p:nvPr/>
        </p:nvCxnSpPr>
        <p:spPr>
          <a:xfrm>
            <a:off x="5883857" y="2540091"/>
            <a:ext cx="877334" cy="2646494"/>
          </a:xfrm>
          <a:prstGeom prst="bentConnector3">
            <a:avLst>
              <a:gd name="adj1" fmla="val 49276"/>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FEE11A14-41A0-E951-1EE9-A19ACED1F1A8}"/>
              </a:ext>
            </a:extLst>
          </p:cNvPr>
          <p:cNvSpPr txBox="1"/>
          <p:nvPr/>
        </p:nvSpPr>
        <p:spPr>
          <a:xfrm>
            <a:off x="2454631" y="3342597"/>
            <a:ext cx="2066285" cy="246221"/>
          </a:xfrm>
          <a:prstGeom prst="rect">
            <a:avLst/>
          </a:prstGeom>
          <a:noFill/>
        </p:spPr>
        <p:txBody>
          <a:bodyPr wrap="square" rtlCol="0">
            <a:spAutoFit/>
          </a:bodyPr>
          <a:lstStyle/>
          <a:p>
            <a:r>
              <a:rPr lang="en-US" sz="1000"/>
              <a:t>GET /v4/orders (shipped) </a:t>
            </a:r>
            <a:r>
              <a:rPr lang="en-US" sz="800"/>
              <a:t>(5)</a:t>
            </a:r>
          </a:p>
        </p:txBody>
      </p:sp>
      <p:cxnSp>
        <p:nvCxnSpPr>
          <p:cNvPr id="88" name="Straight Arrow Connector 87">
            <a:extLst>
              <a:ext uri="{FF2B5EF4-FFF2-40B4-BE49-F238E27FC236}">
                <a16:creationId xmlns:a16="http://schemas.microsoft.com/office/drawing/2014/main" id="{8BAB1D5A-4317-56CB-7D6F-5D8AE5932009}"/>
              </a:ext>
            </a:extLst>
          </p:cNvPr>
          <p:cNvCxnSpPr>
            <a:cxnSpLocks/>
            <a:stCxn id="51" idx="3"/>
            <a:endCxn id="89" idx="1"/>
          </p:cNvCxnSpPr>
          <p:nvPr/>
        </p:nvCxnSpPr>
        <p:spPr>
          <a:xfrm>
            <a:off x="1857824" y="3573101"/>
            <a:ext cx="3332457" cy="9057"/>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EEE5D8CA-5A83-12CE-E429-753B5695FD56}"/>
              </a:ext>
            </a:extLst>
          </p:cNvPr>
          <p:cNvSpPr/>
          <p:nvPr/>
        </p:nvSpPr>
        <p:spPr>
          <a:xfrm>
            <a:off x="5190281" y="3207157"/>
            <a:ext cx="693575" cy="750001"/>
          </a:xfrm>
          <a:prstGeom prst="rect">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Pre processing</a:t>
            </a:r>
          </a:p>
        </p:txBody>
      </p:sp>
      <p:cxnSp>
        <p:nvCxnSpPr>
          <p:cNvPr id="90" name="Connector: Elbow 89">
            <a:extLst>
              <a:ext uri="{FF2B5EF4-FFF2-40B4-BE49-F238E27FC236}">
                <a16:creationId xmlns:a16="http://schemas.microsoft.com/office/drawing/2014/main" id="{1E8A3B26-B501-BBE2-B133-60E89AB15019}"/>
              </a:ext>
            </a:extLst>
          </p:cNvPr>
          <p:cNvCxnSpPr>
            <a:cxnSpLocks/>
            <a:stCxn id="80" idx="3"/>
            <a:endCxn id="34" idx="1"/>
          </p:cNvCxnSpPr>
          <p:nvPr/>
        </p:nvCxnSpPr>
        <p:spPr>
          <a:xfrm>
            <a:off x="7700696" y="2765820"/>
            <a:ext cx="1444657" cy="264982"/>
          </a:xfrm>
          <a:prstGeom prst="bentConnector3">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EF7C29EA-07ED-ED17-37E7-1B272FA289F2}"/>
              </a:ext>
            </a:extLst>
          </p:cNvPr>
          <p:cNvCxnSpPr>
            <a:cxnSpLocks/>
            <a:stCxn id="81" idx="3"/>
            <a:endCxn id="42" idx="1"/>
          </p:cNvCxnSpPr>
          <p:nvPr/>
        </p:nvCxnSpPr>
        <p:spPr>
          <a:xfrm>
            <a:off x="7700758" y="5186585"/>
            <a:ext cx="1466268" cy="278140"/>
          </a:xfrm>
          <a:prstGeom prst="bentConnector3">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Flowchart: Internal Storage 97">
            <a:extLst>
              <a:ext uri="{FF2B5EF4-FFF2-40B4-BE49-F238E27FC236}">
                <a16:creationId xmlns:a16="http://schemas.microsoft.com/office/drawing/2014/main" id="{F8568898-DEF9-4B42-58A0-A1355C255CBE}"/>
              </a:ext>
            </a:extLst>
          </p:cNvPr>
          <p:cNvSpPr/>
          <p:nvPr/>
        </p:nvSpPr>
        <p:spPr>
          <a:xfrm>
            <a:off x="6757999" y="3564480"/>
            <a:ext cx="939567" cy="596394"/>
          </a:xfrm>
          <a:prstGeom prst="flowChartInternalStorage">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SO / SO Line info file</a:t>
            </a:r>
          </a:p>
        </p:txBody>
      </p:sp>
      <p:cxnSp>
        <p:nvCxnSpPr>
          <p:cNvPr id="99" name="Connector: Elbow 98">
            <a:extLst>
              <a:ext uri="{FF2B5EF4-FFF2-40B4-BE49-F238E27FC236}">
                <a16:creationId xmlns:a16="http://schemas.microsoft.com/office/drawing/2014/main" id="{0F52D42A-CB3B-F432-6626-E56002F0B29C}"/>
              </a:ext>
            </a:extLst>
          </p:cNvPr>
          <p:cNvCxnSpPr>
            <a:cxnSpLocks/>
            <a:endCxn id="98" idx="1"/>
          </p:cNvCxnSpPr>
          <p:nvPr/>
        </p:nvCxnSpPr>
        <p:spPr>
          <a:xfrm>
            <a:off x="5889346" y="3445587"/>
            <a:ext cx="868653" cy="417090"/>
          </a:xfrm>
          <a:prstGeom prst="bentConnector3">
            <a:avLst>
              <a:gd name="adj1" fmla="val 8070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A9319CF7-0D67-8D0B-3F11-E9977809185C}"/>
              </a:ext>
            </a:extLst>
          </p:cNvPr>
          <p:cNvCxnSpPr>
            <a:cxnSpLocks/>
            <a:stCxn id="89" idx="3"/>
            <a:endCxn id="81" idx="1"/>
          </p:cNvCxnSpPr>
          <p:nvPr/>
        </p:nvCxnSpPr>
        <p:spPr>
          <a:xfrm>
            <a:off x="5883856" y="3582158"/>
            <a:ext cx="877335" cy="1604427"/>
          </a:xfrm>
          <a:prstGeom prst="bentConnector3">
            <a:avLst>
              <a:gd name="adj1" fmla="val 485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A93745F1-8E79-A2CC-CEA8-92637EB29715}"/>
              </a:ext>
            </a:extLst>
          </p:cNvPr>
          <p:cNvCxnSpPr>
            <a:cxnSpLocks/>
            <a:stCxn id="98" idx="3"/>
            <a:endCxn id="35" idx="1"/>
          </p:cNvCxnSpPr>
          <p:nvPr/>
        </p:nvCxnSpPr>
        <p:spPr>
          <a:xfrm>
            <a:off x="7697566" y="3862677"/>
            <a:ext cx="1469460" cy="259"/>
          </a:xfrm>
          <a:prstGeom prst="bentConnector3">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52A1A202-8ADC-B2FD-75CE-8EF135B1B1CE}"/>
              </a:ext>
            </a:extLst>
          </p:cNvPr>
          <p:cNvSpPr txBox="1"/>
          <p:nvPr/>
        </p:nvSpPr>
        <p:spPr>
          <a:xfrm>
            <a:off x="2454631" y="4447482"/>
            <a:ext cx="2066285" cy="246221"/>
          </a:xfrm>
          <a:prstGeom prst="rect">
            <a:avLst/>
          </a:prstGeom>
          <a:noFill/>
        </p:spPr>
        <p:txBody>
          <a:bodyPr wrap="square" rtlCol="0">
            <a:spAutoFit/>
          </a:bodyPr>
          <a:lstStyle/>
          <a:p>
            <a:r>
              <a:rPr lang="en-US" sz="1000"/>
              <a:t>GET /v2/product/</a:t>
            </a:r>
            <a:r>
              <a:rPr lang="en-US" sz="1000">
                <a:solidFill>
                  <a:srgbClr val="FF0000"/>
                </a:solidFill>
              </a:rPr>
              <a:t>xxx</a:t>
            </a:r>
            <a:r>
              <a:rPr lang="en-US" sz="1000"/>
              <a:t>/serial/</a:t>
            </a:r>
            <a:r>
              <a:rPr lang="en-US" sz="1000" err="1">
                <a:solidFill>
                  <a:srgbClr val="FF0000"/>
                </a:solidFill>
              </a:rPr>
              <a:t>yyy</a:t>
            </a:r>
            <a:r>
              <a:rPr lang="en-US" sz="800">
                <a:solidFill>
                  <a:srgbClr val="FF0000"/>
                </a:solidFill>
              </a:rPr>
              <a:t> </a:t>
            </a:r>
            <a:r>
              <a:rPr lang="en-US" sz="800"/>
              <a:t>(5)</a:t>
            </a:r>
            <a:endParaRPr lang="en-US" sz="800">
              <a:solidFill>
                <a:srgbClr val="FF0000"/>
              </a:solidFill>
            </a:endParaRPr>
          </a:p>
        </p:txBody>
      </p:sp>
      <p:cxnSp>
        <p:nvCxnSpPr>
          <p:cNvPr id="113" name="Straight Arrow Connector 112">
            <a:extLst>
              <a:ext uri="{FF2B5EF4-FFF2-40B4-BE49-F238E27FC236}">
                <a16:creationId xmlns:a16="http://schemas.microsoft.com/office/drawing/2014/main" id="{604E40B6-2188-D702-9CA7-5AFD17BB4AC0}"/>
              </a:ext>
            </a:extLst>
          </p:cNvPr>
          <p:cNvCxnSpPr>
            <a:cxnSpLocks/>
            <a:stCxn id="55" idx="3"/>
            <a:endCxn id="114" idx="1"/>
          </p:cNvCxnSpPr>
          <p:nvPr/>
        </p:nvCxnSpPr>
        <p:spPr>
          <a:xfrm>
            <a:off x="1919144" y="4672903"/>
            <a:ext cx="3294923" cy="4615"/>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6C18261D-06D5-3444-8881-A03775DE0BD8}"/>
              </a:ext>
            </a:extLst>
          </p:cNvPr>
          <p:cNvSpPr/>
          <p:nvPr/>
        </p:nvSpPr>
        <p:spPr>
          <a:xfrm>
            <a:off x="5214067" y="4302517"/>
            <a:ext cx="669790" cy="750001"/>
          </a:xfrm>
          <a:prstGeom prst="rect">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Pre processing</a:t>
            </a:r>
          </a:p>
        </p:txBody>
      </p:sp>
      <p:sp>
        <p:nvSpPr>
          <p:cNvPr id="122" name="TextBox 121">
            <a:extLst>
              <a:ext uri="{FF2B5EF4-FFF2-40B4-BE49-F238E27FC236}">
                <a16:creationId xmlns:a16="http://schemas.microsoft.com/office/drawing/2014/main" id="{44E71684-3656-F2EB-17CC-E1C66971DCE7}"/>
              </a:ext>
            </a:extLst>
          </p:cNvPr>
          <p:cNvSpPr txBox="1"/>
          <p:nvPr/>
        </p:nvSpPr>
        <p:spPr>
          <a:xfrm>
            <a:off x="6677602" y="4379364"/>
            <a:ext cx="1134327" cy="276999"/>
          </a:xfrm>
          <a:prstGeom prst="rect">
            <a:avLst/>
          </a:prstGeom>
          <a:noFill/>
        </p:spPr>
        <p:txBody>
          <a:bodyPr wrap="square" rtlCol="0">
            <a:spAutoFit/>
          </a:bodyPr>
          <a:lstStyle/>
          <a:p>
            <a:r>
              <a:rPr lang="en-US" sz="600"/>
              <a:t>Cached LOTs that are &lt;&gt; from Closed =&gt; </a:t>
            </a:r>
            <a:r>
              <a:rPr lang="en-US" sz="600">
                <a:solidFill>
                  <a:srgbClr val="FF0000"/>
                </a:solidFill>
              </a:rPr>
              <a:t>xxx</a:t>
            </a:r>
            <a:r>
              <a:rPr lang="en-US" sz="600"/>
              <a:t> and </a:t>
            </a:r>
            <a:r>
              <a:rPr lang="en-US" sz="600" err="1">
                <a:solidFill>
                  <a:srgbClr val="FF0000"/>
                </a:solidFill>
              </a:rPr>
              <a:t>yyy</a:t>
            </a:r>
            <a:endParaRPr lang="en-US" sz="600">
              <a:solidFill>
                <a:srgbClr val="FF0000"/>
              </a:solidFill>
            </a:endParaRPr>
          </a:p>
        </p:txBody>
      </p:sp>
      <p:cxnSp>
        <p:nvCxnSpPr>
          <p:cNvPr id="124" name="Connector: Elbow 123">
            <a:extLst>
              <a:ext uri="{FF2B5EF4-FFF2-40B4-BE49-F238E27FC236}">
                <a16:creationId xmlns:a16="http://schemas.microsoft.com/office/drawing/2014/main" id="{80FA61A6-FB3E-3B8E-9100-547C668C4D5E}"/>
              </a:ext>
            </a:extLst>
          </p:cNvPr>
          <p:cNvCxnSpPr>
            <a:cxnSpLocks/>
          </p:cNvCxnSpPr>
          <p:nvPr/>
        </p:nvCxnSpPr>
        <p:spPr>
          <a:xfrm>
            <a:off x="5878366" y="4829360"/>
            <a:ext cx="879633" cy="483465"/>
          </a:xfrm>
          <a:prstGeom prst="bentConnector3">
            <a:avLst>
              <a:gd name="adj1" fmla="val 32675"/>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Arrow: Right 130">
            <a:extLst>
              <a:ext uri="{FF2B5EF4-FFF2-40B4-BE49-F238E27FC236}">
                <a16:creationId xmlns:a16="http://schemas.microsoft.com/office/drawing/2014/main" id="{E3901271-3289-4D89-CB5B-397D46AEBF5B}"/>
              </a:ext>
            </a:extLst>
          </p:cNvPr>
          <p:cNvSpPr/>
          <p:nvPr/>
        </p:nvSpPr>
        <p:spPr>
          <a:xfrm>
            <a:off x="10838391" y="2955328"/>
            <a:ext cx="1033060" cy="1494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Arrow: Right 131">
            <a:extLst>
              <a:ext uri="{FF2B5EF4-FFF2-40B4-BE49-F238E27FC236}">
                <a16:creationId xmlns:a16="http://schemas.microsoft.com/office/drawing/2014/main" id="{9BFC83E5-DE44-5E3B-D6F7-453702D67B18}"/>
              </a:ext>
            </a:extLst>
          </p:cNvPr>
          <p:cNvSpPr/>
          <p:nvPr/>
        </p:nvSpPr>
        <p:spPr>
          <a:xfrm>
            <a:off x="10896533" y="5333049"/>
            <a:ext cx="1033060" cy="1494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Arrow: Right 132">
            <a:extLst>
              <a:ext uri="{FF2B5EF4-FFF2-40B4-BE49-F238E27FC236}">
                <a16:creationId xmlns:a16="http://schemas.microsoft.com/office/drawing/2014/main" id="{7AFDB908-EEC5-FD95-DEE3-79C34E485D96}"/>
              </a:ext>
            </a:extLst>
          </p:cNvPr>
          <p:cNvSpPr/>
          <p:nvPr/>
        </p:nvSpPr>
        <p:spPr>
          <a:xfrm>
            <a:off x="10863089" y="3783325"/>
            <a:ext cx="1033060" cy="1494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A2EB188-3268-51EB-21B6-468D3FD7494B}"/>
              </a:ext>
            </a:extLst>
          </p:cNvPr>
          <p:cNvSpPr/>
          <p:nvPr/>
        </p:nvSpPr>
        <p:spPr>
          <a:xfrm>
            <a:off x="5208577" y="5407783"/>
            <a:ext cx="669790" cy="750001"/>
          </a:xfrm>
          <a:prstGeom prst="rect">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Pre processing</a:t>
            </a:r>
          </a:p>
        </p:txBody>
      </p:sp>
      <p:cxnSp>
        <p:nvCxnSpPr>
          <p:cNvPr id="9" name="Straight Arrow Connector 8">
            <a:extLst>
              <a:ext uri="{FF2B5EF4-FFF2-40B4-BE49-F238E27FC236}">
                <a16:creationId xmlns:a16="http://schemas.microsoft.com/office/drawing/2014/main" id="{4BBFF364-2437-3D95-0AFD-951B5DB269AF}"/>
              </a:ext>
            </a:extLst>
          </p:cNvPr>
          <p:cNvCxnSpPr>
            <a:cxnSpLocks/>
            <a:stCxn id="73" idx="3"/>
            <a:endCxn id="2" idx="1"/>
          </p:cNvCxnSpPr>
          <p:nvPr/>
        </p:nvCxnSpPr>
        <p:spPr>
          <a:xfrm>
            <a:off x="1857824" y="5766734"/>
            <a:ext cx="3350753" cy="1605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395C58E-3481-5B82-B9BE-FEE00045BC38}"/>
              </a:ext>
            </a:extLst>
          </p:cNvPr>
          <p:cNvSpPr/>
          <p:nvPr/>
        </p:nvSpPr>
        <p:spPr>
          <a:xfrm>
            <a:off x="5208577" y="6553699"/>
            <a:ext cx="669789" cy="750001"/>
          </a:xfrm>
          <a:prstGeom prst="rect">
            <a:avLst/>
          </a:prstGeom>
          <a:solidFill>
            <a:srgbClr val="D7E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Pre processing</a:t>
            </a:r>
          </a:p>
        </p:txBody>
      </p:sp>
      <p:cxnSp>
        <p:nvCxnSpPr>
          <p:cNvPr id="11" name="Straight Arrow Connector 10">
            <a:extLst>
              <a:ext uri="{FF2B5EF4-FFF2-40B4-BE49-F238E27FC236}">
                <a16:creationId xmlns:a16="http://schemas.microsoft.com/office/drawing/2014/main" id="{979B74A7-C912-BF1A-F87C-FC1A97D38919}"/>
              </a:ext>
            </a:extLst>
          </p:cNvPr>
          <p:cNvCxnSpPr>
            <a:cxnSpLocks/>
            <a:stCxn id="75" idx="3"/>
            <a:endCxn id="10" idx="1"/>
          </p:cNvCxnSpPr>
          <p:nvPr/>
        </p:nvCxnSpPr>
        <p:spPr>
          <a:xfrm>
            <a:off x="1857824" y="6917024"/>
            <a:ext cx="3350753" cy="11676"/>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8CD1A8D4-00C1-8FFC-0F24-BE2EFFA1D4C6}"/>
              </a:ext>
            </a:extLst>
          </p:cNvPr>
          <p:cNvCxnSpPr>
            <a:cxnSpLocks/>
            <a:endCxn id="81" idx="2"/>
          </p:cNvCxnSpPr>
          <p:nvPr/>
        </p:nvCxnSpPr>
        <p:spPr>
          <a:xfrm flipV="1">
            <a:off x="5867258" y="5484782"/>
            <a:ext cx="1363717" cy="3318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33CD7ECB-161C-6E43-4321-B4D447EF08F4}"/>
              </a:ext>
            </a:extLst>
          </p:cNvPr>
          <p:cNvCxnSpPr>
            <a:cxnSpLocks/>
            <a:stCxn id="10" idx="3"/>
            <a:endCxn id="81" idx="2"/>
          </p:cNvCxnSpPr>
          <p:nvPr/>
        </p:nvCxnSpPr>
        <p:spPr>
          <a:xfrm flipV="1">
            <a:off x="5878366" y="5484782"/>
            <a:ext cx="1352609" cy="14439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524EB83-C16E-1ACC-13D1-62C391502F05}"/>
              </a:ext>
            </a:extLst>
          </p:cNvPr>
          <p:cNvSpPr txBox="1"/>
          <p:nvPr/>
        </p:nvSpPr>
        <p:spPr>
          <a:xfrm>
            <a:off x="8736068" y="6342799"/>
            <a:ext cx="5813310" cy="1938992"/>
          </a:xfrm>
          <a:prstGeom prst="rect">
            <a:avLst/>
          </a:prstGeom>
          <a:noFill/>
        </p:spPr>
        <p:txBody>
          <a:bodyPr wrap="square" rtlCol="0">
            <a:spAutoFit/>
          </a:bodyPr>
          <a:lstStyle/>
          <a:p>
            <a:pPr marL="228600" indent="-228600">
              <a:buAutoNum type="arabicPeriod"/>
            </a:pPr>
            <a:r>
              <a:rPr lang="en-US" sz="800" dirty="0"/>
              <a:t>Consistency check for serial belonging to PO is not enforced! </a:t>
            </a:r>
          </a:p>
          <a:p>
            <a:pPr marL="228600" indent="-228600">
              <a:buAutoNum type="arabicPeriod"/>
            </a:pPr>
            <a:r>
              <a:rPr lang="en-US" sz="800" dirty="0"/>
              <a:t>Distribution and Dispatch order do not have own object, their references are handled on LOT object</a:t>
            </a:r>
          </a:p>
          <a:p>
            <a:pPr marL="228600" indent="-228600">
              <a:buAutoNum type="arabicPeriod"/>
            </a:pPr>
            <a:r>
              <a:rPr lang="en-US" sz="800" dirty="0"/>
              <a:t>Both Inbound and Outbound API call processed for Distribution &amp; Dispatch – relevant references captured</a:t>
            </a:r>
          </a:p>
          <a:p>
            <a:pPr marL="228600" indent="-228600">
              <a:buAutoNum type="arabicPeriod"/>
            </a:pPr>
            <a:r>
              <a:rPr lang="en-US" sz="800" dirty="0"/>
              <a:t>LOT / stage file processes sequence and time series serial number update (latest replace)</a:t>
            </a:r>
          </a:p>
          <a:p>
            <a:pPr marL="228600" indent="-228600">
              <a:buAutoNum type="arabicPeriod"/>
            </a:pPr>
            <a:r>
              <a:rPr lang="en-US" sz="800" dirty="0"/>
              <a:t>Filter setup: </a:t>
            </a:r>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endParaRPr lang="en-US" sz="800" dirty="0"/>
          </a:p>
          <a:p>
            <a:pPr marL="228600" indent="-228600">
              <a:buAutoNum type="arabicPeriod"/>
            </a:pPr>
            <a:r>
              <a:rPr lang="en-US" sz="800" dirty="0"/>
              <a:t>API service and E2MC uses technical terms like Lot and Stage set, in IMS user experience it is adjusted to TERMINAL-DISTRIBUTOR terminology (serial number) </a:t>
            </a:r>
          </a:p>
        </p:txBody>
      </p:sp>
      <p:sp>
        <p:nvSpPr>
          <p:cNvPr id="24" name="TextBox 23">
            <a:extLst>
              <a:ext uri="{FF2B5EF4-FFF2-40B4-BE49-F238E27FC236}">
                <a16:creationId xmlns:a16="http://schemas.microsoft.com/office/drawing/2014/main" id="{B3E3D42E-D329-3175-067F-C29C74B35CA2}"/>
              </a:ext>
            </a:extLst>
          </p:cNvPr>
          <p:cNvSpPr txBox="1"/>
          <p:nvPr/>
        </p:nvSpPr>
        <p:spPr>
          <a:xfrm>
            <a:off x="9076896" y="2433945"/>
            <a:ext cx="1649243" cy="338554"/>
          </a:xfrm>
          <a:prstGeom prst="rect">
            <a:avLst/>
          </a:prstGeom>
          <a:noFill/>
        </p:spPr>
        <p:txBody>
          <a:bodyPr wrap="square" rtlCol="0">
            <a:spAutoFit/>
          </a:bodyPr>
          <a:lstStyle/>
          <a:p>
            <a:r>
              <a:rPr lang="en-US" sz="800"/>
              <a:t>For Purchases – suppliers, products, locations validation</a:t>
            </a:r>
          </a:p>
        </p:txBody>
      </p:sp>
      <p:grpSp>
        <p:nvGrpSpPr>
          <p:cNvPr id="57" name="Group 56">
            <a:extLst>
              <a:ext uri="{FF2B5EF4-FFF2-40B4-BE49-F238E27FC236}">
                <a16:creationId xmlns:a16="http://schemas.microsoft.com/office/drawing/2014/main" id="{862AD55C-2AB1-46A0-FA60-0E3DED24B1BB}"/>
              </a:ext>
            </a:extLst>
          </p:cNvPr>
          <p:cNvGrpSpPr/>
          <p:nvPr/>
        </p:nvGrpSpPr>
        <p:grpSpPr>
          <a:xfrm>
            <a:off x="640079" y="1221142"/>
            <a:ext cx="1217745" cy="770397"/>
            <a:chOff x="640079" y="1478317"/>
            <a:chExt cx="1217745" cy="770397"/>
          </a:xfrm>
        </p:grpSpPr>
        <p:sp>
          <p:nvSpPr>
            <p:cNvPr id="25" name="Rectangle: Rounded Corners 24">
              <a:extLst>
                <a:ext uri="{FF2B5EF4-FFF2-40B4-BE49-F238E27FC236}">
                  <a16:creationId xmlns:a16="http://schemas.microsoft.com/office/drawing/2014/main" id="{BEF9B733-8535-8AC9-A3C7-4FD8C44B9E23}"/>
                </a:ext>
              </a:extLst>
            </p:cNvPr>
            <p:cNvSpPr/>
            <p:nvPr/>
          </p:nvSpPr>
          <p:spPr>
            <a:xfrm>
              <a:off x="640079" y="1478317"/>
              <a:ext cx="1217744" cy="77039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444B729-169D-E665-8BB8-BE8098934CA2}"/>
                </a:ext>
              </a:extLst>
            </p:cNvPr>
            <p:cNvSpPr txBox="1"/>
            <p:nvPr/>
          </p:nvSpPr>
          <p:spPr>
            <a:xfrm>
              <a:off x="640080" y="1555739"/>
              <a:ext cx="1217744" cy="492443"/>
            </a:xfrm>
            <a:prstGeom prst="rect">
              <a:avLst/>
            </a:prstGeom>
            <a:noFill/>
          </p:spPr>
          <p:txBody>
            <a:bodyPr wrap="square" rtlCol="0">
              <a:spAutoFit/>
            </a:bodyPr>
            <a:lstStyle/>
            <a:p>
              <a:r>
                <a:rPr lang="en-US" sz="1000" b="1" u="sng"/>
                <a:t>Product MD</a:t>
              </a:r>
            </a:p>
            <a:p>
              <a:pPr marL="171450" indent="-171450">
                <a:buFont typeface="Arial" panose="020B0604020202020204" pitchFamily="34" charset="0"/>
                <a:buChar char="•"/>
              </a:pPr>
              <a:r>
                <a:rPr lang="en-US" sz="800"/>
                <a:t>Product/part master data </a:t>
              </a:r>
            </a:p>
          </p:txBody>
        </p:sp>
      </p:grpSp>
      <p:sp>
        <p:nvSpPr>
          <p:cNvPr id="27" name="TextBox 26">
            <a:extLst>
              <a:ext uri="{FF2B5EF4-FFF2-40B4-BE49-F238E27FC236}">
                <a16:creationId xmlns:a16="http://schemas.microsoft.com/office/drawing/2014/main" id="{72632678-1F08-B2D6-BC64-7702B46CDABC}"/>
              </a:ext>
            </a:extLst>
          </p:cNvPr>
          <p:cNvSpPr txBox="1"/>
          <p:nvPr/>
        </p:nvSpPr>
        <p:spPr>
          <a:xfrm>
            <a:off x="12007850" y="2048003"/>
            <a:ext cx="2015508" cy="338554"/>
          </a:xfrm>
          <a:prstGeom prst="rect">
            <a:avLst/>
          </a:prstGeom>
          <a:noFill/>
        </p:spPr>
        <p:txBody>
          <a:bodyPr wrap="square" rtlCol="0">
            <a:spAutoFit/>
          </a:bodyPr>
          <a:lstStyle/>
          <a:p>
            <a:r>
              <a:rPr lang="en-US" sz="800"/>
              <a:t>Only “</a:t>
            </a:r>
            <a:r>
              <a:rPr lang="en-US" sz="800" err="1"/>
              <a:t>PaymentDevice</a:t>
            </a:r>
            <a:r>
              <a:rPr lang="en-US" sz="800"/>
              <a:t>” expected for Serial number, others are dummy </a:t>
            </a:r>
          </a:p>
        </p:txBody>
      </p:sp>
      <p:sp>
        <p:nvSpPr>
          <p:cNvPr id="32" name="TextBox 31">
            <a:extLst>
              <a:ext uri="{FF2B5EF4-FFF2-40B4-BE49-F238E27FC236}">
                <a16:creationId xmlns:a16="http://schemas.microsoft.com/office/drawing/2014/main" id="{7E9E0E20-B434-866D-7053-11BB1284953C}"/>
              </a:ext>
            </a:extLst>
          </p:cNvPr>
          <p:cNvSpPr txBox="1"/>
          <p:nvPr/>
        </p:nvSpPr>
        <p:spPr>
          <a:xfrm>
            <a:off x="2072979" y="7467294"/>
            <a:ext cx="3176827" cy="707886"/>
          </a:xfrm>
          <a:prstGeom prst="rect">
            <a:avLst/>
          </a:prstGeom>
          <a:noFill/>
        </p:spPr>
        <p:txBody>
          <a:bodyPr wrap="square" rtlCol="0">
            <a:spAutoFit/>
          </a:bodyPr>
          <a:lstStyle/>
          <a:p>
            <a:r>
              <a:rPr lang="en-US" sz="800" u="sng"/>
              <a:t>Process:</a:t>
            </a:r>
          </a:p>
          <a:p>
            <a:r>
              <a:rPr lang="en-US" sz="800"/>
              <a:t>1. Trigger time for Purchase, Orders, Distribution, Dispatch in sequence</a:t>
            </a:r>
          </a:p>
          <a:p>
            <a:r>
              <a:rPr lang="en-US" sz="800"/>
              <a:t>2. All cached Serials are queried back wards via product/serial </a:t>
            </a:r>
          </a:p>
          <a:p>
            <a:r>
              <a:rPr lang="en-US" sz="800"/>
              <a:t>3. Also, all non closed LOTS from MC data base will be queried </a:t>
            </a:r>
          </a:p>
        </p:txBody>
      </p:sp>
      <p:sp>
        <p:nvSpPr>
          <p:cNvPr id="33" name="TextBox 32">
            <a:extLst>
              <a:ext uri="{FF2B5EF4-FFF2-40B4-BE49-F238E27FC236}">
                <a16:creationId xmlns:a16="http://schemas.microsoft.com/office/drawing/2014/main" id="{176C26D6-1375-070E-82B6-68223EA2C52C}"/>
              </a:ext>
            </a:extLst>
          </p:cNvPr>
          <p:cNvSpPr txBox="1"/>
          <p:nvPr/>
        </p:nvSpPr>
        <p:spPr>
          <a:xfrm>
            <a:off x="9115316" y="4489642"/>
            <a:ext cx="1933683" cy="215444"/>
          </a:xfrm>
          <a:prstGeom prst="rect">
            <a:avLst/>
          </a:prstGeom>
          <a:noFill/>
        </p:spPr>
        <p:txBody>
          <a:bodyPr wrap="square" rtlCol="0">
            <a:spAutoFit/>
          </a:bodyPr>
          <a:lstStyle/>
          <a:p>
            <a:r>
              <a:rPr lang="en-US" sz="800">
                <a:solidFill>
                  <a:srgbClr val="FF0000"/>
                </a:solidFill>
              </a:rPr>
              <a:t>&lt;DB query to all non closed LOTS&gt; </a:t>
            </a:r>
          </a:p>
        </p:txBody>
      </p:sp>
      <p:sp>
        <p:nvSpPr>
          <p:cNvPr id="19" name="TextBox 18">
            <a:extLst>
              <a:ext uri="{FF2B5EF4-FFF2-40B4-BE49-F238E27FC236}">
                <a16:creationId xmlns:a16="http://schemas.microsoft.com/office/drawing/2014/main" id="{B43B59C6-A656-8028-708B-6F5C1B8202E1}"/>
              </a:ext>
            </a:extLst>
          </p:cNvPr>
          <p:cNvSpPr txBox="1"/>
          <p:nvPr/>
        </p:nvSpPr>
        <p:spPr>
          <a:xfrm>
            <a:off x="2435247" y="5561357"/>
            <a:ext cx="2612729" cy="400110"/>
          </a:xfrm>
          <a:prstGeom prst="rect">
            <a:avLst/>
          </a:prstGeom>
          <a:noFill/>
        </p:spPr>
        <p:txBody>
          <a:bodyPr wrap="square" rtlCol="0">
            <a:spAutoFit/>
          </a:bodyPr>
          <a:lstStyle/>
          <a:p>
            <a:r>
              <a:rPr lang="en-US" sz="1000"/>
              <a:t>GET /v1/distributions/inbound &amp; /v1/distributions/outbound    </a:t>
            </a:r>
            <a:r>
              <a:rPr lang="en-US" sz="800"/>
              <a:t>(3)</a:t>
            </a:r>
          </a:p>
        </p:txBody>
      </p:sp>
      <p:pic>
        <p:nvPicPr>
          <p:cNvPr id="53" name="Picture 52">
            <a:extLst>
              <a:ext uri="{FF2B5EF4-FFF2-40B4-BE49-F238E27FC236}">
                <a16:creationId xmlns:a16="http://schemas.microsoft.com/office/drawing/2014/main" id="{DF4F6025-2830-0A3A-ACB0-6284BFB02A2D}"/>
              </a:ext>
            </a:extLst>
          </p:cNvPr>
          <p:cNvPicPr>
            <a:picLocks noChangeAspect="1"/>
          </p:cNvPicPr>
          <p:nvPr/>
        </p:nvPicPr>
        <p:blipFill>
          <a:blip r:embed="rId3"/>
          <a:stretch>
            <a:fillRect/>
          </a:stretch>
        </p:blipFill>
        <p:spPr>
          <a:xfrm>
            <a:off x="8776218" y="7069228"/>
            <a:ext cx="3666567" cy="842118"/>
          </a:xfrm>
          <a:prstGeom prst="rect">
            <a:avLst/>
          </a:prstGeom>
        </p:spPr>
      </p:pic>
      <p:sp>
        <p:nvSpPr>
          <p:cNvPr id="66" name="TextBox 65">
            <a:extLst>
              <a:ext uri="{FF2B5EF4-FFF2-40B4-BE49-F238E27FC236}">
                <a16:creationId xmlns:a16="http://schemas.microsoft.com/office/drawing/2014/main" id="{63E4E74A-F123-054A-558C-457244F40554}"/>
              </a:ext>
            </a:extLst>
          </p:cNvPr>
          <p:cNvSpPr txBox="1"/>
          <p:nvPr/>
        </p:nvSpPr>
        <p:spPr>
          <a:xfrm>
            <a:off x="2454631" y="6720923"/>
            <a:ext cx="2612729" cy="400110"/>
          </a:xfrm>
          <a:prstGeom prst="rect">
            <a:avLst/>
          </a:prstGeom>
          <a:noFill/>
        </p:spPr>
        <p:txBody>
          <a:bodyPr wrap="square" rtlCol="0">
            <a:spAutoFit/>
          </a:bodyPr>
          <a:lstStyle/>
          <a:p>
            <a:r>
              <a:rPr lang="en-US" sz="1000"/>
              <a:t>GET /v1/dispatch/inbound &amp; </a:t>
            </a:r>
          </a:p>
          <a:p>
            <a:r>
              <a:rPr lang="en-US" sz="1000"/>
              <a:t>/v1/dispatch /outbound </a:t>
            </a:r>
            <a:r>
              <a:rPr lang="en-US" sz="800"/>
              <a:t>(3)</a:t>
            </a:r>
          </a:p>
        </p:txBody>
      </p:sp>
      <p:cxnSp>
        <p:nvCxnSpPr>
          <p:cNvPr id="116" name="Straight Arrow Connector 115">
            <a:extLst>
              <a:ext uri="{FF2B5EF4-FFF2-40B4-BE49-F238E27FC236}">
                <a16:creationId xmlns:a16="http://schemas.microsoft.com/office/drawing/2014/main" id="{CEB6C3E8-8C9B-5B7D-AD48-38B66C947766}"/>
              </a:ext>
            </a:extLst>
          </p:cNvPr>
          <p:cNvCxnSpPr>
            <a:cxnSpLocks/>
            <a:stCxn id="39" idx="1"/>
          </p:cNvCxnSpPr>
          <p:nvPr/>
        </p:nvCxnSpPr>
        <p:spPr>
          <a:xfrm flipH="1">
            <a:off x="1857823" y="1647594"/>
            <a:ext cx="10230295" cy="26848"/>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F93C0CEC-8905-DC7E-354F-B9505ACCFECA}"/>
              </a:ext>
            </a:extLst>
          </p:cNvPr>
          <p:cNvSpPr txBox="1"/>
          <p:nvPr/>
        </p:nvSpPr>
        <p:spPr>
          <a:xfrm>
            <a:off x="8919702" y="1428122"/>
            <a:ext cx="2052533" cy="246221"/>
          </a:xfrm>
          <a:prstGeom prst="rect">
            <a:avLst/>
          </a:prstGeom>
          <a:noFill/>
        </p:spPr>
        <p:txBody>
          <a:bodyPr wrap="square" rtlCol="0">
            <a:spAutoFit/>
          </a:bodyPr>
          <a:lstStyle/>
          <a:p>
            <a:r>
              <a:rPr lang="en-US" sz="1000"/>
              <a:t>Manual Upload (285 parts)</a:t>
            </a:r>
          </a:p>
        </p:txBody>
      </p:sp>
      <p:cxnSp>
        <p:nvCxnSpPr>
          <p:cNvPr id="147" name="Straight Arrow Connector 146">
            <a:extLst>
              <a:ext uri="{FF2B5EF4-FFF2-40B4-BE49-F238E27FC236}">
                <a16:creationId xmlns:a16="http://schemas.microsoft.com/office/drawing/2014/main" id="{EEA2AC71-9F73-FA22-602F-F89C4571BD65}"/>
              </a:ext>
            </a:extLst>
          </p:cNvPr>
          <p:cNvCxnSpPr>
            <a:cxnSpLocks/>
          </p:cNvCxnSpPr>
          <p:nvPr/>
        </p:nvCxnSpPr>
        <p:spPr>
          <a:xfrm flipH="1" flipV="1">
            <a:off x="5902122" y="4696425"/>
            <a:ext cx="6105728" cy="26111"/>
          </a:xfrm>
          <a:prstGeom prst="straightConnector1">
            <a:avLst/>
          </a:prstGeom>
          <a:ln>
            <a:solidFill>
              <a:srgbClr val="FF000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DA4F7732-2936-5DD8-F5F5-DA9A02155C49}"/>
              </a:ext>
            </a:extLst>
          </p:cNvPr>
          <p:cNvSpPr txBox="1"/>
          <p:nvPr/>
        </p:nvSpPr>
        <p:spPr>
          <a:xfrm>
            <a:off x="5952586" y="5805886"/>
            <a:ext cx="1275196" cy="261610"/>
          </a:xfrm>
          <a:prstGeom prst="rect">
            <a:avLst/>
          </a:prstGeom>
          <a:noFill/>
        </p:spPr>
        <p:txBody>
          <a:bodyPr wrap="square" rtlCol="0">
            <a:spAutoFit/>
          </a:bodyPr>
          <a:lstStyle/>
          <a:p>
            <a:r>
              <a:rPr lang="en-US" sz="600"/>
              <a:t>Update: </a:t>
            </a:r>
            <a:r>
              <a:rPr lang="en-US" sz="500"/>
              <a:t>STATE, date, location, refs (2) </a:t>
            </a:r>
            <a:endParaRPr lang="en-US" sz="600"/>
          </a:p>
        </p:txBody>
      </p:sp>
      <p:sp>
        <p:nvSpPr>
          <p:cNvPr id="152" name="TextBox 151">
            <a:extLst>
              <a:ext uri="{FF2B5EF4-FFF2-40B4-BE49-F238E27FC236}">
                <a16:creationId xmlns:a16="http://schemas.microsoft.com/office/drawing/2014/main" id="{CA6B60F2-9193-2B2A-117B-2EC436B5526D}"/>
              </a:ext>
            </a:extLst>
          </p:cNvPr>
          <p:cNvSpPr txBox="1"/>
          <p:nvPr/>
        </p:nvSpPr>
        <p:spPr>
          <a:xfrm>
            <a:off x="5952586" y="6917024"/>
            <a:ext cx="1275196" cy="261610"/>
          </a:xfrm>
          <a:prstGeom prst="rect">
            <a:avLst/>
          </a:prstGeom>
          <a:noFill/>
        </p:spPr>
        <p:txBody>
          <a:bodyPr wrap="square" rtlCol="0">
            <a:spAutoFit/>
          </a:bodyPr>
          <a:lstStyle/>
          <a:p>
            <a:r>
              <a:rPr lang="en-US" sz="600"/>
              <a:t>Update: </a:t>
            </a:r>
            <a:r>
              <a:rPr lang="en-US" sz="500"/>
              <a:t>STATE, date, location, refs (2) </a:t>
            </a:r>
            <a:endParaRPr lang="en-US" sz="600"/>
          </a:p>
        </p:txBody>
      </p:sp>
      <p:sp>
        <p:nvSpPr>
          <p:cNvPr id="153" name="TextBox 152">
            <a:extLst>
              <a:ext uri="{FF2B5EF4-FFF2-40B4-BE49-F238E27FC236}">
                <a16:creationId xmlns:a16="http://schemas.microsoft.com/office/drawing/2014/main" id="{DFB2F9A7-5C6B-FC8C-972F-15B5A3630A7C}"/>
              </a:ext>
            </a:extLst>
          </p:cNvPr>
          <p:cNvSpPr txBox="1"/>
          <p:nvPr/>
        </p:nvSpPr>
        <p:spPr>
          <a:xfrm rot="16200000">
            <a:off x="5589669" y="4022858"/>
            <a:ext cx="1275196" cy="184666"/>
          </a:xfrm>
          <a:prstGeom prst="rect">
            <a:avLst/>
          </a:prstGeom>
          <a:noFill/>
        </p:spPr>
        <p:txBody>
          <a:bodyPr wrap="square" rtlCol="0">
            <a:spAutoFit/>
          </a:bodyPr>
          <a:lstStyle/>
          <a:p>
            <a:r>
              <a:rPr lang="en-US" sz="600"/>
              <a:t>Update: </a:t>
            </a:r>
            <a:r>
              <a:rPr lang="en-US" sz="500"/>
              <a:t>STATE, date, location, refs </a:t>
            </a:r>
            <a:endParaRPr lang="en-US" sz="600"/>
          </a:p>
        </p:txBody>
      </p:sp>
      <p:sp>
        <p:nvSpPr>
          <p:cNvPr id="154" name="TextBox 153">
            <a:extLst>
              <a:ext uri="{FF2B5EF4-FFF2-40B4-BE49-F238E27FC236}">
                <a16:creationId xmlns:a16="http://schemas.microsoft.com/office/drawing/2014/main" id="{0BD5CC6A-BA46-896D-960A-2CE580CEBDE0}"/>
              </a:ext>
            </a:extLst>
          </p:cNvPr>
          <p:cNvSpPr txBox="1"/>
          <p:nvPr/>
        </p:nvSpPr>
        <p:spPr>
          <a:xfrm>
            <a:off x="5067360" y="1828593"/>
            <a:ext cx="2588978" cy="461665"/>
          </a:xfrm>
          <a:prstGeom prst="rect">
            <a:avLst/>
          </a:prstGeom>
          <a:noFill/>
        </p:spPr>
        <p:txBody>
          <a:bodyPr wrap="square" rtlCol="0">
            <a:spAutoFit/>
          </a:bodyPr>
          <a:lstStyle/>
          <a:p>
            <a:pPr algn="ctr"/>
            <a:r>
              <a:rPr lang="en-US" sz="1200" dirty="0">
                <a:solidFill>
                  <a:schemeClr val="bg1"/>
                </a:solidFill>
              </a:rPr>
              <a:t>TERMINAL-DISTRIBUTOR API Service</a:t>
            </a:r>
          </a:p>
        </p:txBody>
      </p:sp>
    </p:spTree>
    <p:extLst>
      <p:ext uri="{BB962C8B-B14F-4D97-AF65-F5344CB8AC3E}">
        <p14:creationId xmlns:p14="http://schemas.microsoft.com/office/powerpoint/2010/main" val="1014749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F472-2E70-5DCC-6FA8-3ED06CE0C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0E710-4590-C3DD-4250-1F141ECE123C}"/>
              </a:ext>
            </a:extLst>
          </p:cNvPr>
          <p:cNvSpPr>
            <a:spLocks noGrp="1"/>
          </p:cNvSpPr>
          <p:nvPr>
            <p:ph type="ctrTitle"/>
          </p:nvPr>
        </p:nvSpPr>
        <p:spPr/>
        <p:txBody>
          <a:bodyPr/>
          <a:lstStyle/>
          <a:p>
            <a:r>
              <a:rPr lang="en-US" sz="8800"/>
              <a:t>Data views &amp; Use cases </a:t>
            </a:r>
            <a:endParaRPr lang="en-AT"/>
          </a:p>
        </p:txBody>
      </p:sp>
      <p:sp>
        <p:nvSpPr>
          <p:cNvPr id="3" name="Subtitle 2">
            <a:extLst>
              <a:ext uri="{FF2B5EF4-FFF2-40B4-BE49-F238E27FC236}">
                <a16:creationId xmlns:a16="http://schemas.microsoft.com/office/drawing/2014/main" id="{019A8433-CCB8-8174-9FB2-2F1CE37D2BC2}"/>
              </a:ext>
            </a:extLst>
          </p:cNvPr>
          <p:cNvSpPr>
            <a:spLocks noGrp="1"/>
          </p:cNvSpPr>
          <p:nvPr>
            <p:ph type="subTitle" idx="1"/>
          </p:nvPr>
        </p:nvSpPr>
        <p:spPr/>
        <p:txBody>
          <a:bodyPr/>
          <a:lstStyle/>
          <a:p>
            <a:endParaRPr lang="en-AT"/>
          </a:p>
        </p:txBody>
      </p:sp>
    </p:spTree>
    <p:extLst>
      <p:ext uri="{BB962C8B-B14F-4D97-AF65-F5344CB8AC3E}">
        <p14:creationId xmlns:p14="http://schemas.microsoft.com/office/powerpoint/2010/main" val="1523257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32E86-0D8F-92B9-FEDE-C73937907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16AE4-B88D-AB30-C02B-F456AEE0FBB5}"/>
              </a:ext>
            </a:extLst>
          </p:cNvPr>
          <p:cNvSpPr>
            <a:spLocks noGrp="1"/>
          </p:cNvSpPr>
          <p:nvPr>
            <p:ph type="title"/>
          </p:nvPr>
        </p:nvSpPr>
        <p:spPr>
          <a:xfrm>
            <a:off x="2763520" y="-374649"/>
            <a:ext cx="13533120" cy="1664970"/>
          </a:xfrm>
        </p:spPr>
        <p:txBody>
          <a:bodyPr/>
          <a:lstStyle/>
          <a:p>
            <a:r>
              <a:rPr lang="en-US"/>
              <a:t>IMS Demo </a:t>
            </a:r>
          </a:p>
        </p:txBody>
      </p:sp>
      <p:sp>
        <p:nvSpPr>
          <p:cNvPr id="3" name="TextBox 2">
            <a:extLst>
              <a:ext uri="{FF2B5EF4-FFF2-40B4-BE49-F238E27FC236}">
                <a16:creationId xmlns:a16="http://schemas.microsoft.com/office/drawing/2014/main" id="{D94BF6F7-84BA-D509-A966-CB25BC6D0E8D}"/>
              </a:ext>
            </a:extLst>
          </p:cNvPr>
          <p:cNvSpPr txBox="1"/>
          <p:nvPr/>
        </p:nvSpPr>
        <p:spPr>
          <a:xfrm>
            <a:off x="386079" y="1027162"/>
            <a:ext cx="14244321" cy="6370975"/>
          </a:xfrm>
          <a:prstGeom prst="rect">
            <a:avLst/>
          </a:prstGeom>
          <a:noFill/>
        </p:spPr>
        <p:txBody>
          <a:bodyPr wrap="square" rtlCol="0">
            <a:spAutoFit/>
          </a:bodyPr>
          <a:lstStyle/>
          <a:p>
            <a:r>
              <a:rPr lang="en-US"/>
              <a:t>Key Updates:</a:t>
            </a:r>
          </a:p>
          <a:p>
            <a:endParaRPr lang="en-US" sz="2000" b="1"/>
          </a:p>
          <a:p>
            <a:r>
              <a:rPr lang="en-US" sz="2000" b="1" i="1"/>
              <a:t>Display -&gt; Saved View -&gt; Reports -&gt; Share</a:t>
            </a:r>
          </a:p>
          <a:p>
            <a:endParaRPr lang="en-US" sz="2000" b="1"/>
          </a:p>
          <a:p>
            <a:r>
              <a:rPr lang="en-US" sz="2000" b="1"/>
              <a:t>Suppliers / Locations / Part master </a:t>
            </a:r>
          </a:p>
          <a:p>
            <a:endParaRPr lang="en-US" sz="2000" b="1"/>
          </a:p>
          <a:p>
            <a:r>
              <a:rPr lang="en-US" sz="2000" b="1"/>
              <a:t>PO and SO reviews</a:t>
            </a:r>
          </a:p>
          <a:p>
            <a:endParaRPr lang="en-US" sz="2000" b="1"/>
          </a:p>
          <a:p>
            <a:r>
              <a:rPr lang="en-US" sz="2000" b="1"/>
              <a:t>Detailed view for History (Genealogy views)</a:t>
            </a:r>
          </a:p>
          <a:p>
            <a:endParaRPr lang="en-US" sz="2000" b="1"/>
          </a:p>
          <a:p>
            <a:r>
              <a:rPr lang="en-US" sz="2000" b="1"/>
              <a:t>Reports for Finance</a:t>
            </a:r>
          </a:p>
          <a:p>
            <a:endParaRPr lang="en-US" sz="2000" b="1"/>
          </a:p>
          <a:p>
            <a:r>
              <a:rPr lang="en-US" sz="2000" b="1"/>
              <a:t>Alerts &amp; Workflows &amp; 3PL login</a:t>
            </a:r>
          </a:p>
          <a:p>
            <a:endParaRPr lang="en-US" sz="2000" b="1">
              <a:solidFill>
                <a:srgbClr val="DBDBDB"/>
              </a:solidFill>
            </a:endParaRPr>
          </a:p>
          <a:p>
            <a:r>
              <a:rPr lang="en-US" sz="2000" b="1"/>
              <a:t>Analytics (Karan)</a:t>
            </a:r>
          </a:p>
          <a:p>
            <a:endParaRPr lang="en-US" sz="2000" b="1">
              <a:solidFill>
                <a:srgbClr val="DBDBDB"/>
              </a:solidFill>
            </a:endParaRPr>
          </a:p>
          <a:p>
            <a:endParaRPr lang="en-US">
              <a:solidFill>
                <a:srgbClr val="DBDBDB"/>
              </a:solidFill>
            </a:endParaRPr>
          </a:p>
          <a:p>
            <a:pPr marL="800100" lvl="1" indent="-342900">
              <a:buFont typeface="Arial" panose="020B0604020202020204" pitchFamily="34" charset="0"/>
              <a:buChar char="•"/>
            </a:pPr>
            <a:endParaRPr lang="en-US"/>
          </a:p>
          <a:p>
            <a:pPr marL="800100" lvl="1" indent="-342900">
              <a:buFont typeface="Arial" panose="020B0604020202020204" pitchFamily="34" charset="0"/>
              <a:buChar char="•"/>
            </a:pPr>
            <a:endParaRPr lang="en-US"/>
          </a:p>
          <a:p>
            <a:pPr lvl="1"/>
            <a:endParaRPr lang="en-US"/>
          </a:p>
          <a:p>
            <a:pPr marL="342900" indent="-342900">
              <a:buAutoNum type="arabicPeriod"/>
            </a:pPr>
            <a:endParaRPr lang="en-US"/>
          </a:p>
        </p:txBody>
      </p:sp>
      <p:pic>
        <p:nvPicPr>
          <p:cNvPr id="6" name="Picture 5">
            <a:extLst>
              <a:ext uri="{FF2B5EF4-FFF2-40B4-BE49-F238E27FC236}">
                <a16:creationId xmlns:a16="http://schemas.microsoft.com/office/drawing/2014/main" id="{668AF396-BF51-0535-2C5A-E55969E1DC79}"/>
              </a:ext>
            </a:extLst>
          </p:cNvPr>
          <p:cNvPicPr>
            <a:picLocks noChangeAspect="1"/>
          </p:cNvPicPr>
          <p:nvPr/>
        </p:nvPicPr>
        <p:blipFill>
          <a:blip r:embed="rId3"/>
          <a:stretch>
            <a:fillRect/>
          </a:stretch>
        </p:blipFill>
        <p:spPr>
          <a:xfrm>
            <a:off x="6459276" y="2395877"/>
            <a:ext cx="7658764" cy="2286198"/>
          </a:xfrm>
          <a:prstGeom prst="rect">
            <a:avLst/>
          </a:prstGeom>
          <a:ln>
            <a:solidFill>
              <a:schemeClr val="tx1"/>
            </a:solidFill>
          </a:ln>
        </p:spPr>
      </p:pic>
      <p:sp>
        <p:nvSpPr>
          <p:cNvPr id="7" name="TextBox 6">
            <a:extLst>
              <a:ext uri="{FF2B5EF4-FFF2-40B4-BE49-F238E27FC236}">
                <a16:creationId xmlns:a16="http://schemas.microsoft.com/office/drawing/2014/main" id="{DDD028A7-33EF-9B33-1213-4EA6E6E8EE45}"/>
              </a:ext>
            </a:extLst>
          </p:cNvPr>
          <p:cNvSpPr txBox="1"/>
          <p:nvPr/>
        </p:nvSpPr>
        <p:spPr>
          <a:xfrm>
            <a:off x="6348956" y="5015707"/>
            <a:ext cx="7769084" cy="646331"/>
          </a:xfrm>
          <a:prstGeom prst="rect">
            <a:avLst/>
          </a:prstGeom>
          <a:noFill/>
        </p:spPr>
        <p:txBody>
          <a:bodyPr wrap="square" rtlCol="0">
            <a:spAutoFit/>
          </a:bodyPr>
          <a:lstStyle/>
          <a:p>
            <a:r>
              <a:rPr lang="en-US" sz="1200"/>
              <a:t>Scenario 1 – from PO to Available to Sales order to Defect (Returned) to repair and back into available</a:t>
            </a:r>
          </a:p>
          <a:p>
            <a:r>
              <a:rPr lang="en-US" sz="1200"/>
              <a:t>Scenario 2 – from PO to Available to Distribution to another warehouse</a:t>
            </a:r>
          </a:p>
          <a:p>
            <a:r>
              <a:rPr lang="en-US" sz="1200"/>
              <a:t>Scenario 3 – from PO to Available to Sales order to Defect (Returned) and then destroyed </a:t>
            </a:r>
            <a:endParaRPr lang="en-AT" sz="1200"/>
          </a:p>
        </p:txBody>
      </p:sp>
    </p:spTree>
    <p:extLst>
      <p:ext uri="{BB962C8B-B14F-4D97-AF65-F5344CB8AC3E}">
        <p14:creationId xmlns:p14="http://schemas.microsoft.com/office/powerpoint/2010/main" val="245457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B2D5-426A-3537-A4C6-0E4D70471C2A}"/>
            </a:ext>
          </a:extLst>
        </p:cNvPr>
        <p:cNvGrpSpPr/>
        <p:nvPr/>
      </p:nvGrpSpPr>
      <p:grpSpPr>
        <a:xfrm>
          <a:off x="0" y="0"/>
          <a:ext cx="0" cy="0"/>
          <a:chOff x="0" y="0"/>
          <a:chExt cx="0" cy="0"/>
        </a:xfrm>
      </p:grpSpPr>
      <p:sp>
        <p:nvSpPr>
          <p:cNvPr id="5" name="Freeform: Shape 4">
            <a:extLst>
              <a:ext uri="{FF2B5EF4-FFF2-40B4-BE49-F238E27FC236}">
                <a16:creationId xmlns:a16="http://schemas.microsoft.com/office/drawing/2014/main" id="{75081255-F10C-B4BA-719D-AFF1C49AD838}"/>
              </a:ext>
            </a:extLst>
          </p:cNvPr>
          <p:cNvSpPr/>
          <p:nvPr/>
        </p:nvSpPr>
        <p:spPr>
          <a:xfrm rot="5400000">
            <a:off x="6029854" y="3108698"/>
            <a:ext cx="1373317" cy="83263"/>
          </a:xfrm>
          <a:custGeom>
            <a:avLst/>
            <a:gdLst>
              <a:gd name="connsiteX0" fmla="*/ 0 w 1797050"/>
              <a:gd name="connsiteY0" fmla="*/ 349663 h 720139"/>
              <a:gd name="connsiteX1" fmla="*/ 142875 w 1797050"/>
              <a:gd name="connsiteY1" fmla="*/ 352838 h 720139"/>
              <a:gd name="connsiteX2" fmla="*/ 412750 w 1797050"/>
              <a:gd name="connsiteY2" fmla="*/ 6763 h 720139"/>
              <a:gd name="connsiteX3" fmla="*/ 720725 w 1797050"/>
              <a:gd name="connsiteY3" fmla="*/ 708438 h 720139"/>
              <a:gd name="connsiteX4" fmla="*/ 1025525 w 1797050"/>
              <a:gd name="connsiteY4" fmla="*/ 22638 h 720139"/>
              <a:gd name="connsiteX5" fmla="*/ 1352550 w 1797050"/>
              <a:gd name="connsiteY5" fmla="*/ 714788 h 720139"/>
              <a:gd name="connsiteX6" fmla="*/ 1600200 w 1797050"/>
              <a:gd name="connsiteY6" fmla="*/ 343313 h 720139"/>
              <a:gd name="connsiteX7" fmla="*/ 1797050 w 1797050"/>
              <a:gd name="connsiteY7" fmla="*/ 343313 h 720139"/>
              <a:gd name="connsiteX8" fmla="*/ 1797050 w 1797050"/>
              <a:gd name="connsiteY8" fmla="*/ 343313 h 7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7050" h="720139">
                <a:moveTo>
                  <a:pt x="0" y="349663"/>
                </a:moveTo>
                <a:cubicBezTo>
                  <a:pt x="37041" y="379825"/>
                  <a:pt x="74083" y="409988"/>
                  <a:pt x="142875" y="352838"/>
                </a:cubicBezTo>
                <a:cubicBezTo>
                  <a:pt x="211667" y="295688"/>
                  <a:pt x="316442" y="-52504"/>
                  <a:pt x="412750" y="6763"/>
                </a:cubicBezTo>
                <a:cubicBezTo>
                  <a:pt x="509058" y="66030"/>
                  <a:pt x="618596" y="705792"/>
                  <a:pt x="720725" y="708438"/>
                </a:cubicBezTo>
                <a:cubicBezTo>
                  <a:pt x="822854" y="711084"/>
                  <a:pt x="920221" y="21580"/>
                  <a:pt x="1025525" y="22638"/>
                </a:cubicBezTo>
                <a:cubicBezTo>
                  <a:pt x="1130829" y="23696"/>
                  <a:pt x="1256771" y="661342"/>
                  <a:pt x="1352550" y="714788"/>
                </a:cubicBezTo>
                <a:cubicBezTo>
                  <a:pt x="1448329" y="768234"/>
                  <a:pt x="1526117" y="405226"/>
                  <a:pt x="1600200" y="343313"/>
                </a:cubicBezTo>
                <a:cubicBezTo>
                  <a:pt x="1674283" y="281400"/>
                  <a:pt x="1797050" y="343313"/>
                  <a:pt x="1797050" y="343313"/>
                </a:cubicBezTo>
                <a:lnTo>
                  <a:pt x="1797050" y="343313"/>
                </a:lnTo>
              </a:path>
            </a:pathLst>
          </a:custGeom>
          <a:ln w="19050">
            <a:solidFill>
              <a:schemeClr val="accent2">
                <a:lumMod val="60000"/>
                <a:lumOff val="40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653101"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elvetica" panose="020B0604020202020204" pitchFamily="34" charset="0"/>
              <a:ea typeface="+mn-ea"/>
              <a:cs typeface="Helvetica" panose="020B0604020202020204" pitchFamily="34" charset="0"/>
            </a:endParaRPr>
          </a:p>
        </p:txBody>
      </p:sp>
      <p:cxnSp>
        <p:nvCxnSpPr>
          <p:cNvPr id="68" name="Straight Connector 67">
            <a:extLst>
              <a:ext uri="{FF2B5EF4-FFF2-40B4-BE49-F238E27FC236}">
                <a16:creationId xmlns:a16="http://schemas.microsoft.com/office/drawing/2014/main" id="{7F21ACA7-4FEF-2044-4F61-78BA56309DDE}"/>
              </a:ext>
            </a:extLst>
          </p:cNvPr>
          <p:cNvCxnSpPr>
            <a:cxnSpLocks/>
          </p:cNvCxnSpPr>
          <p:nvPr/>
        </p:nvCxnSpPr>
        <p:spPr>
          <a:xfrm>
            <a:off x="253265" y="4786413"/>
            <a:ext cx="13940854" cy="0"/>
          </a:xfrm>
          <a:prstGeom prst="line">
            <a:avLst/>
          </a:prstGeom>
          <a:ln w="38100">
            <a:solidFill>
              <a:schemeClr val="bg2">
                <a:lumMod val="90000"/>
              </a:schemeClr>
            </a:solidFill>
            <a:prstDash val="dash"/>
          </a:ln>
        </p:spPr>
        <p:style>
          <a:lnRef idx="1">
            <a:schemeClr val="accent2"/>
          </a:lnRef>
          <a:fillRef idx="0">
            <a:schemeClr val="accent2"/>
          </a:fillRef>
          <a:effectRef idx="0">
            <a:schemeClr val="accent2"/>
          </a:effectRef>
          <a:fontRef idx="minor">
            <a:schemeClr val="tx1"/>
          </a:fontRef>
        </p:style>
      </p:cxnSp>
      <p:cxnSp>
        <p:nvCxnSpPr>
          <p:cNvPr id="2" name="Straight Connector 1">
            <a:extLst>
              <a:ext uri="{FF2B5EF4-FFF2-40B4-BE49-F238E27FC236}">
                <a16:creationId xmlns:a16="http://schemas.microsoft.com/office/drawing/2014/main" id="{321AE461-8658-C07B-D500-AA9349A85E2C}"/>
              </a:ext>
            </a:extLst>
          </p:cNvPr>
          <p:cNvCxnSpPr>
            <a:cxnSpLocks/>
          </p:cNvCxnSpPr>
          <p:nvPr/>
        </p:nvCxnSpPr>
        <p:spPr>
          <a:xfrm>
            <a:off x="253265" y="3061786"/>
            <a:ext cx="13940854" cy="0"/>
          </a:xfrm>
          <a:prstGeom prst="line">
            <a:avLst/>
          </a:prstGeom>
          <a:ln w="38100">
            <a:solidFill>
              <a:schemeClr val="bg2">
                <a:lumMod val="90000"/>
              </a:schemeClr>
            </a:solidFill>
            <a:prstDash val="dash"/>
          </a:ln>
        </p:spPr>
        <p:style>
          <a:lnRef idx="1">
            <a:schemeClr val="accent2"/>
          </a:lnRef>
          <a:fillRef idx="0">
            <a:schemeClr val="accent2"/>
          </a:fillRef>
          <a:effectRef idx="0">
            <a:schemeClr val="accent2"/>
          </a:effectRef>
          <a:fontRef idx="minor">
            <a:schemeClr val="tx1"/>
          </a:fontRef>
        </p:style>
      </p:cxnSp>
      <p:sp>
        <p:nvSpPr>
          <p:cNvPr id="81" name="Flowchart: Alternate Process 80">
            <a:extLst>
              <a:ext uri="{FF2B5EF4-FFF2-40B4-BE49-F238E27FC236}">
                <a16:creationId xmlns:a16="http://schemas.microsoft.com/office/drawing/2014/main" id="{324BA930-A389-41BA-40F1-084059B8DF6C}"/>
              </a:ext>
            </a:extLst>
          </p:cNvPr>
          <p:cNvSpPr/>
          <p:nvPr/>
        </p:nvSpPr>
        <p:spPr>
          <a:xfrm>
            <a:off x="7649233" y="7807988"/>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Information / Alert</a:t>
            </a:r>
            <a:endParaRPr lang="en-US" sz="960">
              <a:solidFill>
                <a:srgbClr val="FFFFFF"/>
              </a:solidFill>
              <a:latin typeface="Arial" panose="020B0604020202020204"/>
            </a:endParaRPr>
          </a:p>
        </p:txBody>
      </p:sp>
      <p:sp>
        <p:nvSpPr>
          <p:cNvPr id="9" name="Title 7">
            <a:extLst>
              <a:ext uri="{FF2B5EF4-FFF2-40B4-BE49-F238E27FC236}">
                <a16:creationId xmlns:a16="http://schemas.microsoft.com/office/drawing/2014/main" id="{78A31867-4646-EB1B-27A0-EB3647E6D9E3}"/>
              </a:ext>
            </a:extLst>
          </p:cNvPr>
          <p:cNvSpPr txBox="1">
            <a:spLocks/>
          </p:cNvSpPr>
          <p:nvPr/>
        </p:nvSpPr>
        <p:spPr>
          <a:xfrm>
            <a:off x="406714" y="609887"/>
            <a:ext cx="13731240" cy="931042"/>
          </a:xfrm>
          <a:prstGeom prst="rect">
            <a:avLst/>
          </a:prstGeom>
        </p:spPr>
        <p:txBody>
          <a:bodyPr vert="horz" lIns="0" tIns="0" rIns="0" bIns="0" rtlCol="0" anchor="t">
            <a:noAutofit/>
          </a:bodyPr>
          <a:lstStyle>
            <a:lvl1pPr defTabSz="761970">
              <a:lnSpc>
                <a:spcPct val="90000"/>
              </a:lnSpc>
              <a:spcBef>
                <a:spcPct val="0"/>
              </a:spcBef>
              <a:buNone/>
              <a:defRPr sz="3000">
                <a:latin typeface="+mj-lt"/>
              </a:defRPr>
            </a:lvl1pPr>
          </a:lstStyle>
          <a:p>
            <a:pPr fontAlgn="base"/>
            <a:r>
              <a:rPr lang="en-US" sz="3360"/>
              <a:t>1. E2E life cycle of Terminal (Happy Flow) ​​</a:t>
            </a:r>
          </a:p>
        </p:txBody>
      </p:sp>
      <p:sp>
        <p:nvSpPr>
          <p:cNvPr id="14" name="Rectangle: Rounded Corners 13">
            <a:extLst>
              <a:ext uri="{FF2B5EF4-FFF2-40B4-BE49-F238E27FC236}">
                <a16:creationId xmlns:a16="http://schemas.microsoft.com/office/drawing/2014/main" id="{1C91AD0F-205C-99B4-BD5E-4FD3914F23A5}"/>
              </a:ext>
            </a:extLst>
          </p:cNvPr>
          <p:cNvSpPr/>
          <p:nvPr/>
        </p:nvSpPr>
        <p:spPr>
          <a:xfrm>
            <a:off x="4297198" y="5873929"/>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Physical Receiving</a:t>
            </a:r>
          </a:p>
        </p:txBody>
      </p:sp>
      <p:cxnSp>
        <p:nvCxnSpPr>
          <p:cNvPr id="39" name="Straight Arrow Connector 38">
            <a:extLst>
              <a:ext uri="{FF2B5EF4-FFF2-40B4-BE49-F238E27FC236}">
                <a16:creationId xmlns:a16="http://schemas.microsoft.com/office/drawing/2014/main" id="{D9E0BA8A-63C0-0BFC-63F0-AA5523B69FE9}"/>
              </a:ext>
            </a:extLst>
          </p:cNvPr>
          <p:cNvCxnSpPr>
            <a:cxnSpLocks/>
            <a:stCxn id="47" idx="2"/>
            <a:endCxn id="14" idx="0"/>
          </p:cNvCxnSpPr>
          <p:nvPr/>
        </p:nvCxnSpPr>
        <p:spPr>
          <a:xfrm flipH="1">
            <a:off x="5078804" y="4377415"/>
            <a:ext cx="8799" cy="1496514"/>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48CC26B-C258-93DF-8FA5-18CFC40A552F}"/>
              </a:ext>
            </a:extLst>
          </p:cNvPr>
          <p:cNvSpPr/>
          <p:nvPr/>
        </p:nvSpPr>
        <p:spPr>
          <a:xfrm>
            <a:off x="4289117" y="7759319"/>
            <a:ext cx="1657342" cy="35731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defRPr/>
            </a:pPr>
            <a:r>
              <a:rPr lang="en-GB" sz="1200">
                <a:solidFill>
                  <a:srgbClr val="FFFFFF"/>
                </a:solidFill>
                <a:latin typeface="Arial" panose="020B0604020202020204"/>
              </a:rPr>
              <a:t>Visibility / Action</a:t>
            </a:r>
            <a:endParaRPr lang="en-US" sz="1200">
              <a:solidFill>
                <a:srgbClr val="FFFFFF"/>
              </a:solidFill>
              <a:latin typeface="Arial" panose="020B0604020202020204"/>
            </a:endParaRPr>
          </a:p>
        </p:txBody>
      </p:sp>
      <p:sp>
        <p:nvSpPr>
          <p:cNvPr id="51" name="Rectangle: Rounded Corners 50">
            <a:extLst>
              <a:ext uri="{FF2B5EF4-FFF2-40B4-BE49-F238E27FC236}">
                <a16:creationId xmlns:a16="http://schemas.microsoft.com/office/drawing/2014/main" id="{BBEF0136-1ABD-A6B9-5D49-354A7D253ABA}"/>
              </a:ext>
            </a:extLst>
          </p:cNvPr>
          <p:cNvSpPr/>
          <p:nvPr/>
        </p:nvSpPr>
        <p:spPr>
          <a:xfrm>
            <a:off x="9397222" y="7726427"/>
            <a:ext cx="1657342" cy="42309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defRPr/>
            </a:pPr>
            <a:r>
              <a:rPr lang="en-GB" sz="1200">
                <a:solidFill>
                  <a:srgbClr val="FFFFFF"/>
                </a:solidFill>
                <a:latin typeface="Arial" panose="020B0604020202020204"/>
              </a:rPr>
              <a:t>Physical Activity</a:t>
            </a:r>
            <a:endParaRPr lang="en-US" sz="1200">
              <a:solidFill>
                <a:srgbClr val="FFFFFF"/>
              </a:solidFill>
              <a:latin typeface="Arial" panose="020B0604020202020204"/>
            </a:endParaRPr>
          </a:p>
        </p:txBody>
      </p:sp>
      <p:sp>
        <p:nvSpPr>
          <p:cNvPr id="56" name="Rectangle: Rounded Corners 55">
            <a:extLst>
              <a:ext uri="{FF2B5EF4-FFF2-40B4-BE49-F238E27FC236}">
                <a16:creationId xmlns:a16="http://schemas.microsoft.com/office/drawing/2014/main" id="{EEC800D1-3C5D-6044-0051-C87A636A930F}"/>
              </a:ext>
            </a:extLst>
          </p:cNvPr>
          <p:cNvSpPr/>
          <p:nvPr/>
        </p:nvSpPr>
        <p:spPr>
          <a:xfrm>
            <a:off x="5998084" y="5873929"/>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Staging / Key Loading / VAS</a:t>
            </a:r>
          </a:p>
        </p:txBody>
      </p:sp>
      <p:sp>
        <p:nvSpPr>
          <p:cNvPr id="60" name="Rectangle: Rounded Corners 59">
            <a:extLst>
              <a:ext uri="{FF2B5EF4-FFF2-40B4-BE49-F238E27FC236}">
                <a16:creationId xmlns:a16="http://schemas.microsoft.com/office/drawing/2014/main" id="{4316755B-9B36-08A3-8761-5D681FB84797}"/>
              </a:ext>
            </a:extLst>
          </p:cNvPr>
          <p:cNvSpPr/>
          <p:nvPr/>
        </p:nvSpPr>
        <p:spPr>
          <a:xfrm>
            <a:off x="10122192" y="5860183"/>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Sales Order Allocated</a:t>
            </a:r>
          </a:p>
        </p:txBody>
      </p:sp>
      <p:sp>
        <p:nvSpPr>
          <p:cNvPr id="67" name="Rectangle: Rounded Corners 66">
            <a:extLst>
              <a:ext uri="{FF2B5EF4-FFF2-40B4-BE49-F238E27FC236}">
                <a16:creationId xmlns:a16="http://schemas.microsoft.com/office/drawing/2014/main" id="{5F83C623-5F35-D174-31EA-0CF662BEC53E}"/>
              </a:ext>
            </a:extLst>
          </p:cNvPr>
          <p:cNvSpPr/>
          <p:nvPr/>
        </p:nvSpPr>
        <p:spPr>
          <a:xfrm>
            <a:off x="13039563" y="5873929"/>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Delivered </a:t>
            </a:r>
          </a:p>
        </p:txBody>
      </p:sp>
      <p:sp>
        <p:nvSpPr>
          <p:cNvPr id="69" name="Rectangle: Rounded Corners 68">
            <a:extLst>
              <a:ext uri="{FF2B5EF4-FFF2-40B4-BE49-F238E27FC236}">
                <a16:creationId xmlns:a16="http://schemas.microsoft.com/office/drawing/2014/main" id="{2D4C6F5A-4C24-0A96-E5D1-92AAA73AE38E}"/>
              </a:ext>
            </a:extLst>
          </p:cNvPr>
          <p:cNvSpPr/>
          <p:nvPr/>
        </p:nvSpPr>
        <p:spPr>
          <a:xfrm>
            <a:off x="13021710" y="7223475"/>
            <a:ext cx="1563212" cy="792475"/>
          </a:xfrm>
          <a:prstGeom prst="roundRect">
            <a:avLst/>
          </a:prstGeom>
        </p:spPr>
        <p:style>
          <a:lnRef idx="2">
            <a:schemeClr val="accent5"/>
          </a:lnRef>
          <a:fillRef idx="1">
            <a:schemeClr val="lt1"/>
          </a:fillRef>
          <a:effectRef idx="0">
            <a:schemeClr val="accent5"/>
          </a:effectRef>
          <a:fontRef idx="minor">
            <a:schemeClr val="dk1"/>
          </a:fontRef>
        </p:style>
        <p:txBody>
          <a:bodyPr lIns="43200" tIns="43200" rIns="43200" bIns="43200" rtlCol="0" anchor="ctr"/>
          <a:lstStyle/>
          <a:p>
            <a:pPr algn="ctr"/>
            <a:r>
              <a:rPr lang="en-US" sz="1200">
                <a:solidFill>
                  <a:schemeClr val="tx1"/>
                </a:solidFill>
              </a:rPr>
              <a:t>POD from carrier</a:t>
            </a:r>
          </a:p>
        </p:txBody>
      </p:sp>
      <p:cxnSp>
        <p:nvCxnSpPr>
          <p:cNvPr id="72" name="Straight Arrow Connector 71">
            <a:extLst>
              <a:ext uri="{FF2B5EF4-FFF2-40B4-BE49-F238E27FC236}">
                <a16:creationId xmlns:a16="http://schemas.microsoft.com/office/drawing/2014/main" id="{792B03CD-89EC-233F-EB44-0D69ADE4A7E5}"/>
              </a:ext>
            </a:extLst>
          </p:cNvPr>
          <p:cNvCxnSpPr>
            <a:cxnSpLocks/>
          </p:cNvCxnSpPr>
          <p:nvPr/>
        </p:nvCxnSpPr>
        <p:spPr>
          <a:xfrm>
            <a:off x="6412926" y="4356379"/>
            <a:ext cx="0" cy="1509610"/>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EF8BCD3-8B58-EEEA-4759-8AF61A708A82}"/>
              </a:ext>
            </a:extLst>
          </p:cNvPr>
          <p:cNvCxnSpPr>
            <a:cxnSpLocks/>
          </p:cNvCxnSpPr>
          <p:nvPr/>
        </p:nvCxnSpPr>
        <p:spPr>
          <a:xfrm>
            <a:off x="10899513" y="4394118"/>
            <a:ext cx="11846" cy="1466065"/>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7C80F0B-F61D-DD16-E1C5-F55508C8B624}"/>
              </a:ext>
            </a:extLst>
          </p:cNvPr>
          <p:cNvCxnSpPr>
            <a:cxnSpLocks/>
            <a:stCxn id="137" idx="2"/>
            <a:endCxn id="67" idx="0"/>
          </p:cNvCxnSpPr>
          <p:nvPr/>
        </p:nvCxnSpPr>
        <p:spPr>
          <a:xfrm>
            <a:off x="13808863" y="4273545"/>
            <a:ext cx="12306" cy="1600384"/>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5C32C00-0B20-615A-EA48-FE666B529B43}"/>
              </a:ext>
            </a:extLst>
          </p:cNvPr>
          <p:cNvCxnSpPr>
            <a:cxnSpLocks/>
            <a:endCxn id="69" idx="0"/>
          </p:cNvCxnSpPr>
          <p:nvPr/>
        </p:nvCxnSpPr>
        <p:spPr>
          <a:xfrm>
            <a:off x="13803316" y="6758591"/>
            <a:ext cx="0" cy="464884"/>
          </a:xfrm>
          <a:prstGeom prst="straightConnector1">
            <a:avLst/>
          </a:prstGeom>
          <a:ln w="28575">
            <a:solidFill>
              <a:schemeClr val="accent2"/>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85" name="Flowchart: Alternate Process 84">
            <a:extLst>
              <a:ext uri="{FF2B5EF4-FFF2-40B4-BE49-F238E27FC236}">
                <a16:creationId xmlns:a16="http://schemas.microsoft.com/office/drawing/2014/main" id="{9BCE1F23-5DE6-23A4-FE36-A1EF4253EB23}"/>
              </a:ext>
            </a:extLst>
          </p:cNvPr>
          <p:cNvSpPr/>
          <p:nvPr/>
        </p:nvSpPr>
        <p:spPr>
          <a:xfrm>
            <a:off x="5957444" y="2178757"/>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Key Loading failed / issue</a:t>
            </a:r>
            <a:endParaRPr lang="en-US" sz="960">
              <a:solidFill>
                <a:srgbClr val="FFFFFF"/>
              </a:solidFill>
              <a:latin typeface="Arial" panose="020B0604020202020204"/>
            </a:endParaRPr>
          </a:p>
        </p:txBody>
      </p:sp>
      <p:sp>
        <p:nvSpPr>
          <p:cNvPr id="87" name="Flowchart: Alternate Process 86">
            <a:extLst>
              <a:ext uri="{FF2B5EF4-FFF2-40B4-BE49-F238E27FC236}">
                <a16:creationId xmlns:a16="http://schemas.microsoft.com/office/drawing/2014/main" id="{3E130807-EB9F-49DB-9931-C8DF7D2B51D3}"/>
              </a:ext>
            </a:extLst>
          </p:cNvPr>
          <p:cNvSpPr/>
          <p:nvPr/>
        </p:nvSpPr>
        <p:spPr>
          <a:xfrm>
            <a:off x="10075127" y="2178757"/>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Terminal Shipped Out</a:t>
            </a:r>
            <a:endParaRPr lang="en-US" sz="960">
              <a:solidFill>
                <a:srgbClr val="FFFFFF"/>
              </a:solidFill>
              <a:latin typeface="Arial" panose="020B0604020202020204"/>
            </a:endParaRPr>
          </a:p>
        </p:txBody>
      </p:sp>
      <p:sp>
        <p:nvSpPr>
          <p:cNvPr id="88" name="Rectangle 87">
            <a:extLst>
              <a:ext uri="{FF2B5EF4-FFF2-40B4-BE49-F238E27FC236}">
                <a16:creationId xmlns:a16="http://schemas.microsoft.com/office/drawing/2014/main" id="{139C5C23-D01B-545C-A330-70B317062F91}"/>
              </a:ext>
            </a:extLst>
          </p:cNvPr>
          <p:cNvSpPr/>
          <p:nvPr/>
        </p:nvSpPr>
        <p:spPr>
          <a:xfrm>
            <a:off x="4297198" y="1912507"/>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Received Terminal Serial nr(s)</a:t>
            </a:r>
          </a:p>
        </p:txBody>
      </p:sp>
      <p:sp>
        <p:nvSpPr>
          <p:cNvPr id="89" name="Rectangle 88">
            <a:extLst>
              <a:ext uri="{FF2B5EF4-FFF2-40B4-BE49-F238E27FC236}">
                <a16:creationId xmlns:a16="http://schemas.microsoft.com/office/drawing/2014/main" id="{C46411CB-D519-8382-5B59-9B56EA037C29}"/>
              </a:ext>
            </a:extLst>
          </p:cNvPr>
          <p:cNvSpPr/>
          <p:nvPr/>
        </p:nvSpPr>
        <p:spPr>
          <a:xfrm>
            <a:off x="13021710" y="1912507"/>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Terminal Genealogy</a:t>
            </a:r>
          </a:p>
        </p:txBody>
      </p:sp>
      <p:cxnSp>
        <p:nvCxnSpPr>
          <p:cNvPr id="91" name="Connector: Elbow 90">
            <a:extLst>
              <a:ext uri="{FF2B5EF4-FFF2-40B4-BE49-F238E27FC236}">
                <a16:creationId xmlns:a16="http://schemas.microsoft.com/office/drawing/2014/main" id="{E91CC523-37AD-3D52-1A03-90BAABDF0500}"/>
              </a:ext>
            </a:extLst>
          </p:cNvPr>
          <p:cNvCxnSpPr>
            <a:cxnSpLocks/>
            <a:stCxn id="106" idx="2"/>
            <a:endCxn id="56" idx="3"/>
          </p:cNvCxnSpPr>
          <p:nvPr/>
        </p:nvCxnSpPr>
        <p:spPr>
          <a:xfrm rot="5400000">
            <a:off x="7422478" y="4516233"/>
            <a:ext cx="1892752" cy="1615116"/>
          </a:xfrm>
          <a:prstGeom prst="bentConnector2">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1BA2CA80-699E-EBD5-821C-F0876C42A35A}"/>
              </a:ext>
            </a:extLst>
          </p:cNvPr>
          <p:cNvSpPr/>
          <p:nvPr/>
        </p:nvSpPr>
        <p:spPr>
          <a:xfrm>
            <a:off x="8399833" y="1995155"/>
            <a:ext cx="1563212" cy="62717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Available Terminals</a:t>
            </a:r>
          </a:p>
        </p:txBody>
      </p:sp>
      <p:cxnSp>
        <p:nvCxnSpPr>
          <p:cNvPr id="96" name="Straight Arrow Connector 95">
            <a:extLst>
              <a:ext uri="{FF2B5EF4-FFF2-40B4-BE49-F238E27FC236}">
                <a16:creationId xmlns:a16="http://schemas.microsoft.com/office/drawing/2014/main" id="{A6B10007-FD26-EF2B-E3A3-8EE641E1CA07}"/>
              </a:ext>
            </a:extLst>
          </p:cNvPr>
          <p:cNvCxnSpPr>
            <a:cxnSpLocks/>
            <a:stCxn id="88" idx="2"/>
          </p:cNvCxnSpPr>
          <p:nvPr/>
        </p:nvCxnSpPr>
        <p:spPr>
          <a:xfrm>
            <a:off x="5078804" y="2704982"/>
            <a:ext cx="0" cy="1262172"/>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43F37817-715D-BDCD-94D4-EDB2ACF200DA}"/>
              </a:ext>
            </a:extLst>
          </p:cNvPr>
          <p:cNvCxnSpPr>
            <a:cxnSpLocks/>
            <a:stCxn id="95" idx="2"/>
            <a:endCxn id="106" idx="0"/>
          </p:cNvCxnSpPr>
          <p:nvPr/>
        </p:nvCxnSpPr>
        <p:spPr>
          <a:xfrm flipH="1">
            <a:off x="9176412" y="2622334"/>
            <a:ext cx="5027" cy="1216919"/>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3718631D-FB0F-1046-01DA-7CC01D1E8E23}"/>
              </a:ext>
            </a:extLst>
          </p:cNvPr>
          <p:cNvCxnSpPr>
            <a:cxnSpLocks/>
            <a:stCxn id="87" idx="2"/>
            <a:endCxn id="117" idx="0"/>
          </p:cNvCxnSpPr>
          <p:nvPr/>
        </p:nvCxnSpPr>
        <p:spPr>
          <a:xfrm flipH="1">
            <a:off x="10903798" y="2438731"/>
            <a:ext cx="1" cy="1400522"/>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7C5E359-CF74-6155-9D49-18661CD6C0C9}"/>
              </a:ext>
            </a:extLst>
          </p:cNvPr>
          <p:cNvCxnSpPr>
            <a:cxnSpLocks/>
            <a:stCxn id="89" idx="2"/>
            <a:endCxn id="137" idx="0"/>
          </p:cNvCxnSpPr>
          <p:nvPr/>
        </p:nvCxnSpPr>
        <p:spPr>
          <a:xfrm>
            <a:off x="13803316" y="2704982"/>
            <a:ext cx="5547" cy="1238141"/>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2E489039-00E9-6B99-6086-0981A9F733E9}"/>
              </a:ext>
            </a:extLst>
          </p:cNvPr>
          <p:cNvSpPr/>
          <p:nvPr/>
        </p:nvSpPr>
        <p:spPr>
          <a:xfrm>
            <a:off x="2646368" y="1912507"/>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Visibility on Incoming POs</a:t>
            </a:r>
          </a:p>
        </p:txBody>
      </p:sp>
      <p:cxnSp>
        <p:nvCxnSpPr>
          <p:cNvPr id="111" name="Straight Arrow Connector 110">
            <a:extLst>
              <a:ext uri="{FF2B5EF4-FFF2-40B4-BE49-F238E27FC236}">
                <a16:creationId xmlns:a16="http://schemas.microsoft.com/office/drawing/2014/main" id="{CE1B8968-F806-4628-ACF9-95E83BEDAE19}"/>
              </a:ext>
            </a:extLst>
          </p:cNvPr>
          <p:cNvCxnSpPr>
            <a:cxnSpLocks/>
            <a:stCxn id="110" idx="2"/>
            <a:endCxn id="32" idx="0"/>
          </p:cNvCxnSpPr>
          <p:nvPr/>
        </p:nvCxnSpPr>
        <p:spPr>
          <a:xfrm flipH="1">
            <a:off x="3416018" y="2704982"/>
            <a:ext cx="11956" cy="1238141"/>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2A801094-532F-E824-C946-790971C25CF0}"/>
              </a:ext>
            </a:extLst>
          </p:cNvPr>
          <p:cNvSpPr/>
          <p:nvPr/>
        </p:nvSpPr>
        <p:spPr>
          <a:xfrm>
            <a:off x="6617698" y="4894783"/>
            <a:ext cx="1563212" cy="79247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Workflow: Initiate Corrective Workflow</a:t>
            </a:r>
          </a:p>
        </p:txBody>
      </p:sp>
      <p:cxnSp>
        <p:nvCxnSpPr>
          <p:cNvPr id="123" name="Straight Arrow Connector 122">
            <a:extLst>
              <a:ext uri="{FF2B5EF4-FFF2-40B4-BE49-F238E27FC236}">
                <a16:creationId xmlns:a16="http://schemas.microsoft.com/office/drawing/2014/main" id="{C666EEEE-7AFD-DC17-7290-7DCA905E0A6E}"/>
              </a:ext>
            </a:extLst>
          </p:cNvPr>
          <p:cNvCxnSpPr>
            <a:cxnSpLocks/>
          </p:cNvCxnSpPr>
          <p:nvPr/>
        </p:nvCxnSpPr>
        <p:spPr>
          <a:xfrm>
            <a:off x="7008780" y="5491955"/>
            <a:ext cx="0" cy="374034"/>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C7D0A7BC-EF8C-FB0F-F547-2E371A8FF878}"/>
              </a:ext>
            </a:extLst>
          </p:cNvPr>
          <p:cNvCxnSpPr>
            <a:cxnSpLocks/>
            <a:stCxn id="122" idx="0"/>
          </p:cNvCxnSpPr>
          <p:nvPr/>
        </p:nvCxnSpPr>
        <p:spPr>
          <a:xfrm rot="5400000" flipH="1" flipV="1">
            <a:off x="6699966" y="4060091"/>
            <a:ext cx="1534031" cy="135354"/>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A76BD43-3B03-A50B-5D2E-C1D87FEF0FF0}"/>
              </a:ext>
            </a:extLst>
          </p:cNvPr>
          <p:cNvSpPr/>
          <p:nvPr/>
        </p:nvSpPr>
        <p:spPr>
          <a:xfrm>
            <a:off x="2789173" y="6815684"/>
            <a:ext cx="1255769" cy="560510"/>
          </a:xfrm>
          <a:prstGeom prst="rect">
            <a:avLst/>
          </a:prstGeom>
        </p:spPr>
        <p:style>
          <a:lnRef idx="2">
            <a:schemeClr val="accent5"/>
          </a:lnRef>
          <a:fillRef idx="1">
            <a:schemeClr val="lt1"/>
          </a:fillRef>
          <a:effectRef idx="0">
            <a:schemeClr val="accent5"/>
          </a:effectRef>
          <a:fontRef idx="minor">
            <a:schemeClr val="dk1"/>
          </a:fontRef>
        </p:style>
        <p:txBody>
          <a:bodyPr lIns="43200" tIns="43200" rIns="43200" bIns="43200" rtlCol="0" anchor="ctr"/>
          <a:lstStyle/>
          <a:p>
            <a:pPr algn="ctr"/>
            <a:r>
              <a:rPr lang="en-US" sz="1200">
                <a:solidFill>
                  <a:schemeClr val="tx1"/>
                </a:solidFill>
              </a:rPr>
              <a:t>PO Shipped</a:t>
            </a:r>
          </a:p>
        </p:txBody>
      </p:sp>
      <p:cxnSp>
        <p:nvCxnSpPr>
          <p:cNvPr id="8" name="Straight Arrow Connector 7">
            <a:extLst>
              <a:ext uri="{FF2B5EF4-FFF2-40B4-BE49-F238E27FC236}">
                <a16:creationId xmlns:a16="http://schemas.microsoft.com/office/drawing/2014/main" id="{C31364C8-200B-6990-3801-E7BF8E82F51E}"/>
              </a:ext>
            </a:extLst>
          </p:cNvPr>
          <p:cNvCxnSpPr>
            <a:cxnSpLocks/>
            <a:stCxn id="32" idx="2"/>
            <a:endCxn id="7" idx="0"/>
          </p:cNvCxnSpPr>
          <p:nvPr/>
        </p:nvCxnSpPr>
        <p:spPr>
          <a:xfrm>
            <a:off x="3416018" y="4273545"/>
            <a:ext cx="1040" cy="2542139"/>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493688A-75AC-6EDB-4FF3-967234A5B4E5}"/>
              </a:ext>
            </a:extLst>
          </p:cNvPr>
          <p:cNvPicPr>
            <a:picLocks noChangeAspect="1"/>
          </p:cNvPicPr>
          <p:nvPr/>
        </p:nvPicPr>
        <p:blipFill>
          <a:blip r:embed="rId3"/>
          <a:stretch>
            <a:fillRect/>
          </a:stretch>
        </p:blipFill>
        <p:spPr>
          <a:xfrm>
            <a:off x="74786" y="6311619"/>
            <a:ext cx="2524477" cy="1200318"/>
          </a:xfrm>
          <a:prstGeom prst="rect">
            <a:avLst/>
          </a:prstGeom>
        </p:spPr>
      </p:pic>
      <p:pic>
        <p:nvPicPr>
          <p:cNvPr id="24" name="Picture 23">
            <a:extLst>
              <a:ext uri="{FF2B5EF4-FFF2-40B4-BE49-F238E27FC236}">
                <a16:creationId xmlns:a16="http://schemas.microsoft.com/office/drawing/2014/main" id="{295F6253-955A-4BFE-C839-BE146884FD42}"/>
              </a:ext>
            </a:extLst>
          </p:cNvPr>
          <p:cNvPicPr>
            <a:picLocks noChangeAspect="1"/>
          </p:cNvPicPr>
          <p:nvPr/>
        </p:nvPicPr>
        <p:blipFill>
          <a:blip r:embed="rId4"/>
          <a:stretch>
            <a:fillRect/>
          </a:stretch>
        </p:blipFill>
        <p:spPr>
          <a:xfrm>
            <a:off x="76681" y="4830130"/>
            <a:ext cx="2562583" cy="1228896"/>
          </a:xfrm>
          <a:prstGeom prst="rect">
            <a:avLst/>
          </a:prstGeom>
        </p:spPr>
      </p:pic>
      <p:pic>
        <p:nvPicPr>
          <p:cNvPr id="25" name="Picture 24">
            <a:extLst>
              <a:ext uri="{FF2B5EF4-FFF2-40B4-BE49-F238E27FC236}">
                <a16:creationId xmlns:a16="http://schemas.microsoft.com/office/drawing/2014/main" id="{4A5509E2-CBF7-C2AE-5C53-A943F5A386B4}"/>
              </a:ext>
            </a:extLst>
          </p:cNvPr>
          <p:cNvPicPr>
            <a:picLocks noChangeAspect="1"/>
          </p:cNvPicPr>
          <p:nvPr/>
        </p:nvPicPr>
        <p:blipFill>
          <a:blip r:embed="rId5"/>
          <a:stretch>
            <a:fillRect/>
          </a:stretch>
        </p:blipFill>
        <p:spPr>
          <a:xfrm>
            <a:off x="76681" y="3227231"/>
            <a:ext cx="2514951" cy="1238423"/>
          </a:xfrm>
          <a:prstGeom prst="rect">
            <a:avLst/>
          </a:prstGeom>
        </p:spPr>
      </p:pic>
      <p:pic>
        <p:nvPicPr>
          <p:cNvPr id="29" name="Picture 28">
            <a:extLst>
              <a:ext uri="{FF2B5EF4-FFF2-40B4-BE49-F238E27FC236}">
                <a16:creationId xmlns:a16="http://schemas.microsoft.com/office/drawing/2014/main" id="{C72E287C-555F-0826-221E-74C45F011E77}"/>
              </a:ext>
            </a:extLst>
          </p:cNvPr>
          <p:cNvPicPr>
            <a:picLocks noChangeAspect="1"/>
          </p:cNvPicPr>
          <p:nvPr/>
        </p:nvPicPr>
        <p:blipFill>
          <a:blip r:embed="rId6"/>
          <a:stretch>
            <a:fillRect/>
          </a:stretch>
        </p:blipFill>
        <p:spPr>
          <a:xfrm>
            <a:off x="38576" y="1648098"/>
            <a:ext cx="2553056" cy="1162212"/>
          </a:xfrm>
          <a:prstGeom prst="rect">
            <a:avLst/>
          </a:prstGeom>
        </p:spPr>
      </p:pic>
      <p:sp>
        <p:nvSpPr>
          <p:cNvPr id="32" name="Flowchart: Terminator 31">
            <a:extLst>
              <a:ext uri="{FF2B5EF4-FFF2-40B4-BE49-F238E27FC236}">
                <a16:creationId xmlns:a16="http://schemas.microsoft.com/office/drawing/2014/main" id="{7324E32E-7A25-FB3F-BF68-F6BB87F6F08B}"/>
              </a:ext>
            </a:extLst>
          </p:cNvPr>
          <p:cNvSpPr/>
          <p:nvPr/>
        </p:nvSpPr>
        <p:spPr>
          <a:xfrm>
            <a:off x="2799794" y="3943123"/>
            <a:ext cx="1232448" cy="33042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PO Receive</a:t>
            </a:r>
            <a:endParaRPr lang="en-GB" sz="960">
              <a:solidFill>
                <a:srgbClr val="FFFFFF"/>
              </a:solidFill>
              <a:latin typeface="Arial" panose="020B0604020202020204"/>
            </a:endParaRPr>
          </a:p>
        </p:txBody>
      </p:sp>
      <p:sp>
        <p:nvSpPr>
          <p:cNvPr id="46" name="Flowchart: Terminator 45">
            <a:extLst>
              <a:ext uri="{FF2B5EF4-FFF2-40B4-BE49-F238E27FC236}">
                <a16:creationId xmlns:a16="http://schemas.microsoft.com/office/drawing/2014/main" id="{EC9B95F3-3507-0F88-1E84-1532ADAEDC67}"/>
              </a:ext>
            </a:extLst>
          </p:cNvPr>
          <p:cNvSpPr/>
          <p:nvPr/>
        </p:nvSpPr>
        <p:spPr>
          <a:xfrm>
            <a:off x="6088511" y="7772764"/>
            <a:ext cx="1444896" cy="33042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Platform</a:t>
            </a:r>
            <a:endParaRPr lang="en-GB" sz="960">
              <a:solidFill>
                <a:srgbClr val="FFFFFF"/>
              </a:solidFill>
              <a:latin typeface="Arial" panose="020B0604020202020204"/>
            </a:endParaRPr>
          </a:p>
        </p:txBody>
      </p:sp>
      <p:sp>
        <p:nvSpPr>
          <p:cNvPr id="47" name="Flowchart: Terminator 46">
            <a:extLst>
              <a:ext uri="{FF2B5EF4-FFF2-40B4-BE49-F238E27FC236}">
                <a16:creationId xmlns:a16="http://schemas.microsoft.com/office/drawing/2014/main" id="{C673D483-D634-EC43-CD84-9FB067D69CCB}"/>
              </a:ext>
            </a:extLst>
          </p:cNvPr>
          <p:cNvSpPr/>
          <p:nvPr/>
        </p:nvSpPr>
        <p:spPr>
          <a:xfrm>
            <a:off x="4471379" y="3839253"/>
            <a:ext cx="1232448" cy="53816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Serial Nr Loaded / Received WHS</a:t>
            </a:r>
            <a:endParaRPr lang="en-GB" sz="960">
              <a:solidFill>
                <a:srgbClr val="FFFFFF"/>
              </a:solidFill>
              <a:latin typeface="Arial" panose="020B0604020202020204"/>
            </a:endParaRPr>
          </a:p>
        </p:txBody>
      </p:sp>
      <p:sp>
        <p:nvSpPr>
          <p:cNvPr id="73" name="Flowchart: Terminator 72">
            <a:extLst>
              <a:ext uri="{FF2B5EF4-FFF2-40B4-BE49-F238E27FC236}">
                <a16:creationId xmlns:a16="http://schemas.microsoft.com/office/drawing/2014/main" id="{F11818CA-466E-F317-82BC-548C8A364D92}"/>
              </a:ext>
            </a:extLst>
          </p:cNvPr>
          <p:cNvSpPr/>
          <p:nvPr/>
        </p:nvSpPr>
        <p:spPr>
          <a:xfrm>
            <a:off x="6082752" y="3839253"/>
            <a:ext cx="1232448" cy="53816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Encryption Key Loading  </a:t>
            </a:r>
            <a:endParaRPr lang="en-GB" sz="960">
              <a:solidFill>
                <a:srgbClr val="FFFFFF"/>
              </a:solidFill>
              <a:latin typeface="Arial" panose="020B0604020202020204"/>
            </a:endParaRPr>
          </a:p>
        </p:txBody>
      </p:sp>
      <p:sp>
        <p:nvSpPr>
          <p:cNvPr id="92" name="Rectangle 91">
            <a:extLst>
              <a:ext uri="{FF2B5EF4-FFF2-40B4-BE49-F238E27FC236}">
                <a16:creationId xmlns:a16="http://schemas.microsoft.com/office/drawing/2014/main" id="{6A460B42-0C5D-3950-1058-B9B33BBDC2BD}"/>
              </a:ext>
            </a:extLst>
          </p:cNvPr>
          <p:cNvSpPr/>
          <p:nvPr/>
        </p:nvSpPr>
        <p:spPr>
          <a:xfrm>
            <a:off x="7089528" y="2820490"/>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Workflow: Response</a:t>
            </a:r>
          </a:p>
          <a:p>
            <a:pPr algn="ctr"/>
            <a:endParaRPr lang="en-US" sz="960">
              <a:solidFill>
                <a:srgbClr val="FFFFFF"/>
              </a:solidFill>
              <a:latin typeface="Arial" panose="020B0604020202020204"/>
            </a:endParaRPr>
          </a:p>
        </p:txBody>
      </p:sp>
      <p:cxnSp>
        <p:nvCxnSpPr>
          <p:cNvPr id="97" name="Connector: Elbow 96">
            <a:extLst>
              <a:ext uri="{FF2B5EF4-FFF2-40B4-BE49-F238E27FC236}">
                <a16:creationId xmlns:a16="http://schemas.microsoft.com/office/drawing/2014/main" id="{5411CF0B-562E-4EB5-9403-6D5C31681B88}"/>
              </a:ext>
            </a:extLst>
          </p:cNvPr>
          <p:cNvCxnSpPr>
            <a:cxnSpLocks/>
            <a:stCxn id="92" idx="2"/>
          </p:cNvCxnSpPr>
          <p:nvPr/>
        </p:nvCxnSpPr>
        <p:spPr>
          <a:xfrm rot="5400000">
            <a:off x="7107266" y="4114800"/>
            <a:ext cx="1527737" cy="12700"/>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Flowchart: Terminator 105">
            <a:extLst>
              <a:ext uri="{FF2B5EF4-FFF2-40B4-BE49-F238E27FC236}">
                <a16:creationId xmlns:a16="http://schemas.microsoft.com/office/drawing/2014/main" id="{7746A309-AB3D-672F-7F7D-0765CC9B66F1}"/>
              </a:ext>
            </a:extLst>
          </p:cNvPr>
          <p:cNvSpPr/>
          <p:nvPr/>
        </p:nvSpPr>
        <p:spPr>
          <a:xfrm>
            <a:off x="8560188" y="3839253"/>
            <a:ext cx="1232448" cy="53816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Available Inventory</a:t>
            </a:r>
            <a:endParaRPr lang="en-GB" sz="960">
              <a:solidFill>
                <a:srgbClr val="FFFFFF"/>
              </a:solidFill>
              <a:latin typeface="Arial" panose="020B0604020202020204"/>
            </a:endParaRPr>
          </a:p>
        </p:txBody>
      </p:sp>
      <p:sp>
        <p:nvSpPr>
          <p:cNvPr id="117" name="Flowchart: Terminator 116">
            <a:extLst>
              <a:ext uri="{FF2B5EF4-FFF2-40B4-BE49-F238E27FC236}">
                <a16:creationId xmlns:a16="http://schemas.microsoft.com/office/drawing/2014/main" id="{3BE1F09D-1208-38E3-06A7-4D3E5CE33079}"/>
              </a:ext>
            </a:extLst>
          </p:cNvPr>
          <p:cNvSpPr/>
          <p:nvPr/>
        </p:nvSpPr>
        <p:spPr>
          <a:xfrm>
            <a:off x="10287574" y="3839253"/>
            <a:ext cx="1232448" cy="53816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Terminal Shipped out (SO)</a:t>
            </a:r>
            <a:endParaRPr lang="en-GB" sz="960">
              <a:solidFill>
                <a:srgbClr val="FFFFFF"/>
              </a:solidFill>
              <a:latin typeface="Arial" panose="020B0604020202020204"/>
            </a:endParaRPr>
          </a:p>
        </p:txBody>
      </p:sp>
      <p:sp>
        <p:nvSpPr>
          <p:cNvPr id="130" name="Rectangle 129">
            <a:extLst>
              <a:ext uri="{FF2B5EF4-FFF2-40B4-BE49-F238E27FC236}">
                <a16:creationId xmlns:a16="http://schemas.microsoft.com/office/drawing/2014/main" id="{6A4FA022-406B-A8A6-CD7F-D73E13875741}"/>
              </a:ext>
            </a:extLst>
          </p:cNvPr>
          <p:cNvSpPr/>
          <p:nvPr/>
        </p:nvSpPr>
        <p:spPr>
          <a:xfrm>
            <a:off x="11364749" y="2820490"/>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ALTERNATIVE:</a:t>
            </a:r>
          </a:p>
          <a:p>
            <a:pPr algn="ctr"/>
            <a:r>
              <a:rPr lang="en-US" sz="960">
                <a:solidFill>
                  <a:srgbClr val="FFFFFF"/>
                </a:solidFill>
                <a:latin typeface="Arial" panose="020B0604020202020204"/>
              </a:rPr>
              <a:t>Instruction: Assign Serial </a:t>
            </a:r>
            <a:r>
              <a:rPr lang="en-US" sz="960" err="1">
                <a:solidFill>
                  <a:srgbClr val="FFFFFF"/>
                </a:solidFill>
                <a:latin typeface="Arial" panose="020B0604020202020204"/>
              </a:rPr>
              <a:t>Nrs</a:t>
            </a:r>
            <a:r>
              <a:rPr lang="en-US" sz="960">
                <a:solidFill>
                  <a:srgbClr val="FFFFFF"/>
                </a:solidFill>
                <a:latin typeface="Arial" panose="020B0604020202020204"/>
              </a:rPr>
              <a:t>.</a:t>
            </a:r>
          </a:p>
        </p:txBody>
      </p:sp>
      <p:sp>
        <p:nvSpPr>
          <p:cNvPr id="131" name="Rectangle 130">
            <a:extLst>
              <a:ext uri="{FF2B5EF4-FFF2-40B4-BE49-F238E27FC236}">
                <a16:creationId xmlns:a16="http://schemas.microsoft.com/office/drawing/2014/main" id="{D5B6D497-0DA3-3B0E-C8EE-E53EE9473461}"/>
              </a:ext>
            </a:extLst>
          </p:cNvPr>
          <p:cNvSpPr/>
          <p:nvPr/>
        </p:nvSpPr>
        <p:spPr>
          <a:xfrm>
            <a:off x="11364749" y="5018760"/>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Instruction: Print Out OR API</a:t>
            </a:r>
          </a:p>
        </p:txBody>
      </p:sp>
      <p:cxnSp>
        <p:nvCxnSpPr>
          <p:cNvPr id="132" name="Connector: Elbow 131">
            <a:extLst>
              <a:ext uri="{FF2B5EF4-FFF2-40B4-BE49-F238E27FC236}">
                <a16:creationId xmlns:a16="http://schemas.microsoft.com/office/drawing/2014/main" id="{AABF0231-F0D8-9F3C-2928-10D93D090B16}"/>
              </a:ext>
            </a:extLst>
          </p:cNvPr>
          <p:cNvCxnSpPr>
            <a:cxnSpLocks/>
            <a:endCxn id="131" idx="0"/>
          </p:cNvCxnSpPr>
          <p:nvPr/>
        </p:nvCxnSpPr>
        <p:spPr>
          <a:xfrm rot="5400000">
            <a:off x="11320275" y="4178893"/>
            <a:ext cx="1665947" cy="13786"/>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Connector: Elbow 133">
            <a:extLst>
              <a:ext uri="{FF2B5EF4-FFF2-40B4-BE49-F238E27FC236}">
                <a16:creationId xmlns:a16="http://schemas.microsoft.com/office/drawing/2014/main" id="{BB8245D1-A5D0-8A1A-869C-F3E2735FEB1A}"/>
              </a:ext>
            </a:extLst>
          </p:cNvPr>
          <p:cNvCxnSpPr>
            <a:cxnSpLocks/>
            <a:stCxn id="60" idx="3"/>
            <a:endCxn id="131" idx="2"/>
          </p:cNvCxnSpPr>
          <p:nvPr/>
        </p:nvCxnSpPr>
        <p:spPr>
          <a:xfrm flipV="1">
            <a:off x="11685404" y="5549202"/>
            <a:ext cx="460951" cy="707219"/>
          </a:xfrm>
          <a:prstGeom prst="bentConnector2">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7" name="Flowchart: Terminator 136">
            <a:extLst>
              <a:ext uri="{FF2B5EF4-FFF2-40B4-BE49-F238E27FC236}">
                <a16:creationId xmlns:a16="http://schemas.microsoft.com/office/drawing/2014/main" id="{DABA7282-2EE7-AD4A-5629-6031F12845C2}"/>
              </a:ext>
            </a:extLst>
          </p:cNvPr>
          <p:cNvSpPr/>
          <p:nvPr/>
        </p:nvSpPr>
        <p:spPr>
          <a:xfrm>
            <a:off x="13192639" y="3943123"/>
            <a:ext cx="1232448" cy="33042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Terminal Delivered</a:t>
            </a:r>
            <a:endParaRPr lang="en-GB" sz="960">
              <a:solidFill>
                <a:srgbClr val="FFFFFF"/>
              </a:solidFill>
              <a:latin typeface="Arial" panose="020B0604020202020204"/>
            </a:endParaRPr>
          </a:p>
        </p:txBody>
      </p:sp>
      <p:cxnSp>
        <p:nvCxnSpPr>
          <p:cNvPr id="145" name="Straight Arrow Connector 144">
            <a:extLst>
              <a:ext uri="{FF2B5EF4-FFF2-40B4-BE49-F238E27FC236}">
                <a16:creationId xmlns:a16="http://schemas.microsoft.com/office/drawing/2014/main" id="{E5396787-995F-9130-2D9B-A5B5DCE1F224}"/>
              </a:ext>
            </a:extLst>
          </p:cNvPr>
          <p:cNvCxnSpPr>
            <a:cxnSpLocks/>
            <a:stCxn id="47" idx="1"/>
            <a:endCxn id="32" idx="3"/>
          </p:cNvCxnSpPr>
          <p:nvPr/>
        </p:nvCxnSpPr>
        <p:spPr>
          <a:xfrm flipH="1">
            <a:off x="4032242" y="4108334"/>
            <a:ext cx="439137"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49BF9CA2-3DF7-59C6-8F38-FCAC4AFAC9F2}"/>
              </a:ext>
            </a:extLst>
          </p:cNvPr>
          <p:cNvCxnSpPr>
            <a:cxnSpLocks/>
            <a:stCxn id="73" idx="1"/>
            <a:endCxn id="47" idx="3"/>
          </p:cNvCxnSpPr>
          <p:nvPr/>
        </p:nvCxnSpPr>
        <p:spPr>
          <a:xfrm flipH="1">
            <a:off x="5703827" y="4108334"/>
            <a:ext cx="378925"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B422D75B-12C6-E1EB-FC42-2D829E005F76}"/>
              </a:ext>
            </a:extLst>
          </p:cNvPr>
          <p:cNvCxnSpPr>
            <a:cxnSpLocks/>
            <a:stCxn id="106" idx="1"/>
            <a:endCxn id="73" idx="3"/>
          </p:cNvCxnSpPr>
          <p:nvPr/>
        </p:nvCxnSpPr>
        <p:spPr>
          <a:xfrm flipH="1">
            <a:off x="7315200" y="4108334"/>
            <a:ext cx="1244988"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BD5E6292-3E0E-5F63-5333-4FFB2A2F3361}"/>
              </a:ext>
            </a:extLst>
          </p:cNvPr>
          <p:cNvCxnSpPr>
            <a:cxnSpLocks/>
            <a:stCxn id="117" idx="1"/>
            <a:endCxn id="106" idx="3"/>
          </p:cNvCxnSpPr>
          <p:nvPr/>
        </p:nvCxnSpPr>
        <p:spPr>
          <a:xfrm flipH="1">
            <a:off x="9792636" y="4108334"/>
            <a:ext cx="494938"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77AB0628-4154-926D-0C33-BE20F9718850}"/>
              </a:ext>
            </a:extLst>
          </p:cNvPr>
          <p:cNvCxnSpPr>
            <a:cxnSpLocks/>
            <a:stCxn id="137" idx="1"/>
            <a:endCxn id="117" idx="3"/>
          </p:cNvCxnSpPr>
          <p:nvPr/>
        </p:nvCxnSpPr>
        <p:spPr>
          <a:xfrm flipH="1">
            <a:off x="11520022" y="4108334"/>
            <a:ext cx="1672617"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60" name="Rectangle 159">
            <a:extLst>
              <a:ext uri="{FF2B5EF4-FFF2-40B4-BE49-F238E27FC236}">
                <a16:creationId xmlns:a16="http://schemas.microsoft.com/office/drawing/2014/main" id="{935B55D2-28D7-D835-B764-C9BE6C02ED9E}"/>
              </a:ext>
            </a:extLst>
          </p:cNvPr>
          <p:cNvSpPr/>
          <p:nvPr/>
        </p:nvSpPr>
        <p:spPr>
          <a:xfrm>
            <a:off x="344358" y="7462888"/>
            <a:ext cx="3122742" cy="653743"/>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lIns="43200" tIns="43200" rIns="43200" bIns="43200" rtlCol="0" anchor="ctr"/>
          <a:lstStyle/>
          <a:p>
            <a:pPr algn="ctr"/>
            <a:endParaRPr lang="en-US" sz="1200">
              <a:solidFill>
                <a:schemeClr val="tx1"/>
              </a:solidFill>
            </a:endParaRPr>
          </a:p>
        </p:txBody>
      </p:sp>
      <p:cxnSp>
        <p:nvCxnSpPr>
          <p:cNvPr id="164" name="Straight Connector 163">
            <a:extLst>
              <a:ext uri="{FF2B5EF4-FFF2-40B4-BE49-F238E27FC236}">
                <a16:creationId xmlns:a16="http://schemas.microsoft.com/office/drawing/2014/main" id="{C099D6B8-CFB5-8016-EBCB-864EA15479D4}"/>
              </a:ext>
            </a:extLst>
          </p:cNvPr>
          <p:cNvCxnSpPr/>
          <p:nvPr/>
        </p:nvCxnSpPr>
        <p:spPr>
          <a:xfrm>
            <a:off x="4133380" y="7688327"/>
            <a:ext cx="702992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405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111"/>
                                        </p:tgtEl>
                                        <p:attrNameLst>
                                          <p:attrName>style.visibility</p:attrName>
                                        </p:attrNameLst>
                                      </p:cBhvr>
                                      <p:to>
                                        <p:strVal val="visible"/>
                                      </p:to>
                                    </p:set>
                                    <p:animEffect transition="in" filter="fade">
                                      <p:cBhvr>
                                        <p:cTn id="16" dur="500"/>
                                        <p:tgtEl>
                                          <p:spTgt spid="1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fade">
                                      <p:cBhvr>
                                        <p:cTn id="19" dur="500"/>
                                        <p:tgtEl>
                                          <p:spTgt spid="1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par>
                                <p:cTn id="31" presetID="10" presetClass="entr" presetSubtype="0"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fade">
                                      <p:cBhvr>
                                        <p:cTn id="33" dur="500"/>
                                        <p:tgtEl>
                                          <p:spTgt spid="9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8"/>
                                        </p:tgtEl>
                                        <p:attrNameLst>
                                          <p:attrName>style.visibility</p:attrName>
                                        </p:attrNameLst>
                                      </p:cBhvr>
                                      <p:to>
                                        <p:strVal val="visible"/>
                                      </p:to>
                                    </p:set>
                                    <p:animEffect transition="in" filter="fade">
                                      <p:cBhvr>
                                        <p:cTn id="36" dur="500"/>
                                        <p:tgtEl>
                                          <p:spTgt spid="8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500"/>
                                        <p:tgtEl>
                                          <p:spTgt spid="56"/>
                                        </p:tgtEl>
                                      </p:cBhvr>
                                    </p:animEffect>
                                  </p:childTnLst>
                                </p:cTn>
                              </p:par>
                              <p:par>
                                <p:cTn id="42" presetID="10" presetClass="entr" presetSubtype="0" fill="hold" nodeType="with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fade">
                                      <p:cBhvr>
                                        <p:cTn id="44" dur="500"/>
                                        <p:tgtEl>
                                          <p:spTgt spid="7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500"/>
                                        <p:tgtEl>
                                          <p:spTgt spid="7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fade">
                                      <p:cBhvr>
                                        <p:cTn id="53" dur="500"/>
                                        <p:tgtEl>
                                          <p:spTgt spid="8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3"/>
                                        </p:tgtEl>
                                        <p:attrNameLst>
                                          <p:attrName>style.visibility</p:attrName>
                                        </p:attrNameLst>
                                      </p:cBhvr>
                                      <p:to>
                                        <p:strVal val="visible"/>
                                      </p:to>
                                    </p:set>
                                    <p:animEffect transition="in" filter="fade">
                                      <p:cBhvr>
                                        <p:cTn id="58" dur="500"/>
                                        <p:tgtEl>
                                          <p:spTgt spid="1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2"/>
                                        </p:tgtEl>
                                        <p:attrNameLst>
                                          <p:attrName>style.visibility</p:attrName>
                                        </p:attrNameLst>
                                      </p:cBhvr>
                                      <p:to>
                                        <p:strVal val="visible"/>
                                      </p:to>
                                    </p:set>
                                    <p:animEffect transition="in" filter="fade">
                                      <p:cBhvr>
                                        <p:cTn id="61" dur="500"/>
                                        <p:tgtEl>
                                          <p:spTgt spid="12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500"/>
                                        <p:tgtEl>
                                          <p:spTgt spid="1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2"/>
                                        </p:tgtEl>
                                        <p:attrNameLst>
                                          <p:attrName>style.visibility</p:attrName>
                                        </p:attrNameLst>
                                      </p:cBhvr>
                                      <p:to>
                                        <p:strVal val="visible"/>
                                      </p:to>
                                    </p:set>
                                    <p:animEffect transition="in" filter="fade">
                                      <p:cBhvr>
                                        <p:cTn id="69" dur="500"/>
                                        <p:tgtEl>
                                          <p:spTgt spid="9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97"/>
                                        </p:tgtEl>
                                        <p:attrNameLst>
                                          <p:attrName>style.visibility</p:attrName>
                                        </p:attrNameLst>
                                      </p:cBhvr>
                                      <p:to>
                                        <p:strVal val="visible"/>
                                      </p:to>
                                    </p:set>
                                    <p:animEffect transition="in" filter="fade">
                                      <p:cBhvr>
                                        <p:cTn id="74" dur="500"/>
                                        <p:tgtEl>
                                          <p:spTgt spid="9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91"/>
                                        </p:tgtEl>
                                        <p:attrNameLst>
                                          <p:attrName>style.visibility</p:attrName>
                                        </p:attrNameLst>
                                      </p:cBhvr>
                                      <p:to>
                                        <p:strVal val="visible"/>
                                      </p:to>
                                    </p:set>
                                    <p:animEffect transition="in" filter="fade">
                                      <p:cBhvr>
                                        <p:cTn id="79" dur="500"/>
                                        <p:tgtEl>
                                          <p:spTgt spid="9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06"/>
                                        </p:tgtEl>
                                        <p:attrNameLst>
                                          <p:attrName>style.visibility</p:attrName>
                                        </p:attrNameLst>
                                      </p:cBhvr>
                                      <p:to>
                                        <p:strVal val="visible"/>
                                      </p:to>
                                    </p:set>
                                    <p:animEffect transition="in" filter="fade">
                                      <p:cBhvr>
                                        <p:cTn id="82" dur="500"/>
                                        <p:tgtEl>
                                          <p:spTgt spid="106"/>
                                        </p:tgtEl>
                                      </p:cBhvr>
                                    </p:animEffect>
                                  </p:childTnLst>
                                </p:cTn>
                              </p:par>
                              <p:par>
                                <p:cTn id="83" presetID="10" presetClass="entr" presetSubtype="0" fill="hold" nodeType="withEffect">
                                  <p:stCondLst>
                                    <p:cond delay="0"/>
                                  </p:stCondLst>
                                  <p:childTnLst>
                                    <p:set>
                                      <p:cBhvr>
                                        <p:cTn id="84" dur="1" fill="hold">
                                          <p:stCondLst>
                                            <p:cond delay="0"/>
                                          </p:stCondLst>
                                        </p:cTn>
                                        <p:tgtEl>
                                          <p:spTgt spid="101"/>
                                        </p:tgtEl>
                                        <p:attrNameLst>
                                          <p:attrName>style.visibility</p:attrName>
                                        </p:attrNameLst>
                                      </p:cBhvr>
                                      <p:to>
                                        <p:strVal val="visible"/>
                                      </p:to>
                                    </p:set>
                                    <p:animEffect transition="in" filter="fade">
                                      <p:cBhvr>
                                        <p:cTn id="85" dur="500"/>
                                        <p:tgtEl>
                                          <p:spTgt spid="10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95"/>
                                        </p:tgtEl>
                                        <p:attrNameLst>
                                          <p:attrName>style.visibility</p:attrName>
                                        </p:attrNameLst>
                                      </p:cBhvr>
                                      <p:to>
                                        <p:strVal val="visible"/>
                                      </p:to>
                                    </p:set>
                                    <p:animEffect transition="in" filter="fade">
                                      <p:cBhvr>
                                        <p:cTn id="88" dur="500"/>
                                        <p:tgtEl>
                                          <p:spTgt spid="95"/>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fade">
                                      <p:cBhvr>
                                        <p:cTn id="93" dur="500"/>
                                        <p:tgtEl>
                                          <p:spTgt spid="60"/>
                                        </p:tgtEl>
                                      </p:cBhvr>
                                    </p:animEffect>
                                  </p:childTnLst>
                                </p:cTn>
                              </p:par>
                              <p:par>
                                <p:cTn id="94" presetID="10" presetClass="entr" presetSubtype="0" fill="hold" nodeType="withEffect">
                                  <p:stCondLst>
                                    <p:cond delay="0"/>
                                  </p:stCondLst>
                                  <p:childTnLst>
                                    <p:set>
                                      <p:cBhvr>
                                        <p:cTn id="95" dur="1" fill="hold">
                                          <p:stCondLst>
                                            <p:cond delay="0"/>
                                          </p:stCondLst>
                                        </p:cTn>
                                        <p:tgtEl>
                                          <p:spTgt spid="75"/>
                                        </p:tgtEl>
                                        <p:attrNameLst>
                                          <p:attrName>style.visibility</p:attrName>
                                        </p:attrNameLst>
                                      </p:cBhvr>
                                      <p:to>
                                        <p:strVal val="visible"/>
                                      </p:to>
                                    </p:set>
                                    <p:animEffect transition="in" filter="fade">
                                      <p:cBhvr>
                                        <p:cTn id="96" dur="500"/>
                                        <p:tgtEl>
                                          <p:spTgt spid="7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17"/>
                                        </p:tgtEl>
                                        <p:attrNameLst>
                                          <p:attrName>style.visibility</p:attrName>
                                        </p:attrNameLst>
                                      </p:cBhvr>
                                      <p:to>
                                        <p:strVal val="visible"/>
                                      </p:to>
                                    </p:set>
                                    <p:animEffect transition="in" filter="fade">
                                      <p:cBhvr>
                                        <p:cTn id="99" dur="500"/>
                                        <p:tgtEl>
                                          <p:spTgt spid="117"/>
                                        </p:tgtEl>
                                      </p:cBhvr>
                                    </p:animEffect>
                                  </p:childTnLst>
                                </p:cTn>
                              </p:par>
                              <p:par>
                                <p:cTn id="100" presetID="10" presetClass="entr" presetSubtype="0" fill="hold" nodeType="withEffect">
                                  <p:stCondLst>
                                    <p:cond delay="0"/>
                                  </p:stCondLst>
                                  <p:childTnLst>
                                    <p:set>
                                      <p:cBhvr>
                                        <p:cTn id="101" dur="1" fill="hold">
                                          <p:stCondLst>
                                            <p:cond delay="0"/>
                                          </p:stCondLst>
                                        </p:cTn>
                                        <p:tgtEl>
                                          <p:spTgt spid="104"/>
                                        </p:tgtEl>
                                        <p:attrNameLst>
                                          <p:attrName>style.visibility</p:attrName>
                                        </p:attrNameLst>
                                      </p:cBhvr>
                                      <p:to>
                                        <p:strVal val="visible"/>
                                      </p:to>
                                    </p:set>
                                    <p:animEffect transition="in" filter="fade">
                                      <p:cBhvr>
                                        <p:cTn id="102" dur="500"/>
                                        <p:tgtEl>
                                          <p:spTgt spid="10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87"/>
                                        </p:tgtEl>
                                        <p:attrNameLst>
                                          <p:attrName>style.visibility</p:attrName>
                                        </p:attrNameLst>
                                      </p:cBhvr>
                                      <p:to>
                                        <p:strVal val="visible"/>
                                      </p:to>
                                    </p:set>
                                    <p:animEffect transition="in" filter="fade">
                                      <p:cBhvr>
                                        <p:cTn id="105" dur="500"/>
                                        <p:tgtEl>
                                          <p:spTgt spid="87"/>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30"/>
                                        </p:tgtEl>
                                        <p:attrNameLst>
                                          <p:attrName>style.visibility</p:attrName>
                                        </p:attrNameLst>
                                      </p:cBhvr>
                                      <p:to>
                                        <p:strVal val="visible"/>
                                      </p:to>
                                    </p:set>
                                    <p:animEffect transition="in" filter="fade">
                                      <p:cBhvr>
                                        <p:cTn id="110" dur="500"/>
                                        <p:tgtEl>
                                          <p:spTgt spid="130"/>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32"/>
                                        </p:tgtEl>
                                        <p:attrNameLst>
                                          <p:attrName>style.visibility</p:attrName>
                                        </p:attrNameLst>
                                      </p:cBhvr>
                                      <p:to>
                                        <p:strVal val="visible"/>
                                      </p:to>
                                    </p:set>
                                    <p:animEffect transition="in" filter="fade">
                                      <p:cBhvr>
                                        <p:cTn id="115" dur="500"/>
                                        <p:tgtEl>
                                          <p:spTgt spid="132"/>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131"/>
                                        </p:tgtEl>
                                        <p:attrNameLst>
                                          <p:attrName>style.visibility</p:attrName>
                                        </p:attrNameLst>
                                      </p:cBhvr>
                                      <p:to>
                                        <p:strVal val="visible"/>
                                      </p:to>
                                    </p:set>
                                    <p:animEffect transition="in" filter="fade">
                                      <p:cBhvr>
                                        <p:cTn id="120" dur="500"/>
                                        <p:tgtEl>
                                          <p:spTgt spid="131"/>
                                        </p:tgtEl>
                                      </p:cBhvr>
                                    </p:animEffect>
                                  </p:childTnLst>
                                </p:cTn>
                              </p:par>
                              <p:par>
                                <p:cTn id="121" presetID="10" presetClass="entr" presetSubtype="0" fill="hold" nodeType="withEffect">
                                  <p:stCondLst>
                                    <p:cond delay="0"/>
                                  </p:stCondLst>
                                  <p:childTnLst>
                                    <p:set>
                                      <p:cBhvr>
                                        <p:cTn id="122" dur="1" fill="hold">
                                          <p:stCondLst>
                                            <p:cond delay="0"/>
                                          </p:stCondLst>
                                        </p:cTn>
                                        <p:tgtEl>
                                          <p:spTgt spid="134"/>
                                        </p:tgtEl>
                                        <p:attrNameLst>
                                          <p:attrName>style.visibility</p:attrName>
                                        </p:attrNameLst>
                                      </p:cBhvr>
                                      <p:to>
                                        <p:strVal val="visible"/>
                                      </p:to>
                                    </p:set>
                                    <p:animEffect transition="in" filter="fade">
                                      <p:cBhvr>
                                        <p:cTn id="123" dur="500"/>
                                        <p:tgtEl>
                                          <p:spTgt spid="13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fade">
                                      <p:cBhvr>
                                        <p:cTn id="128" dur="500"/>
                                        <p:tgtEl>
                                          <p:spTgt spid="69"/>
                                        </p:tgtEl>
                                      </p:cBhvr>
                                    </p:animEffect>
                                  </p:childTnLst>
                                </p:cTn>
                              </p:par>
                              <p:par>
                                <p:cTn id="129" presetID="10" presetClass="entr" presetSubtype="0" fill="hold" nodeType="withEffect">
                                  <p:stCondLst>
                                    <p:cond delay="0"/>
                                  </p:stCondLst>
                                  <p:childTnLst>
                                    <p:set>
                                      <p:cBhvr>
                                        <p:cTn id="130" dur="1" fill="hold">
                                          <p:stCondLst>
                                            <p:cond delay="0"/>
                                          </p:stCondLst>
                                        </p:cTn>
                                        <p:tgtEl>
                                          <p:spTgt spid="83"/>
                                        </p:tgtEl>
                                        <p:attrNameLst>
                                          <p:attrName>style.visibility</p:attrName>
                                        </p:attrNameLst>
                                      </p:cBhvr>
                                      <p:to>
                                        <p:strVal val="visible"/>
                                      </p:to>
                                    </p:set>
                                    <p:animEffect transition="in" filter="fade">
                                      <p:cBhvr>
                                        <p:cTn id="131" dur="500"/>
                                        <p:tgtEl>
                                          <p:spTgt spid="8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67"/>
                                        </p:tgtEl>
                                        <p:attrNameLst>
                                          <p:attrName>style.visibility</p:attrName>
                                        </p:attrNameLst>
                                      </p:cBhvr>
                                      <p:to>
                                        <p:strVal val="visible"/>
                                      </p:to>
                                    </p:set>
                                    <p:animEffect transition="in" filter="fade">
                                      <p:cBhvr>
                                        <p:cTn id="134" dur="500"/>
                                        <p:tgtEl>
                                          <p:spTgt spid="67"/>
                                        </p:tgtEl>
                                      </p:cBhvr>
                                    </p:animEffect>
                                  </p:childTnLst>
                                </p:cTn>
                              </p:par>
                              <p:par>
                                <p:cTn id="135" presetID="10" presetClass="entr" presetSubtype="0" fill="hold" nodeType="withEffect">
                                  <p:stCondLst>
                                    <p:cond delay="0"/>
                                  </p:stCondLst>
                                  <p:childTnLst>
                                    <p:set>
                                      <p:cBhvr>
                                        <p:cTn id="136" dur="1" fill="hold">
                                          <p:stCondLst>
                                            <p:cond delay="0"/>
                                          </p:stCondLst>
                                        </p:cTn>
                                        <p:tgtEl>
                                          <p:spTgt spid="78"/>
                                        </p:tgtEl>
                                        <p:attrNameLst>
                                          <p:attrName>style.visibility</p:attrName>
                                        </p:attrNameLst>
                                      </p:cBhvr>
                                      <p:to>
                                        <p:strVal val="visible"/>
                                      </p:to>
                                    </p:set>
                                    <p:animEffect transition="in" filter="fade">
                                      <p:cBhvr>
                                        <p:cTn id="137" dur="500"/>
                                        <p:tgtEl>
                                          <p:spTgt spid="78"/>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37"/>
                                        </p:tgtEl>
                                        <p:attrNameLst>
                                          <p:attrName>style.visibility</p:attrName>
                                        </p:attrNameLst>
                                      </p:cBhvr>
                                      <p:to>
                                        <p:strVal val="visible"/>
                                      </p:to>
                                    </p:set>
                                    <p:animEffect transition="in" filter="fade">
                                      <p:cBhvr>
                                        <p:cTn id="140" dur="500"/>
                                        <p:tgtEl>
                                          <p:spTgt spid="137"/>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nodeType="clickEffect">
                                  <p:stCondLst>
                                    <p:cond delay="0"/>
                                  </p:stCondLst>
                                  <p:childTnLst>
                                    <p:set>
                                      <p:cBhvr>
                                        <p:cTn id="144" dur="1" fill="hold">
                                          <p:stCondLst>
                                            <p:cond delay="0"/>
                                          </p:stCondLst>
                                        </p:cTn>
                                        <p:tgtEl>
                                          <p:spTgt spid="107"/>
                                        </p:tgtEl>
                                        <p:attrNameLst>
                                          <p:attrName>style.visibility</p:attrName>
                                        </p:attrNameLst>
                                      </p:cBhvr>
                                      <p:to>
                                        <p:strVal val="visible"/>
                                      </p:to>
                                    </p:set>
                                    <p:animEffect transition="in" filter="fade">
                                      <p:cBhvr>
                                        <p:cTn id="145" dur="500"/>
                                        <p:tgtEl>
                                          <p:spTgt spid="107"/>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9"/>
                                        </p:tgtEl>
                                        <p:attrNameLst>
                                          <p:attrName>style.visibility</p:attrName>
                                        </p:attrNameLst>
                                      </p:cBhvr>
                                      <p:to>
                                        <p:strVal val="visible"/>
                                      </p:to>
                                    </p:set>
                                    <p:animEffect transition="in" filter="fade">
                                      <p:cBhvr>
                                        <p:cTn id="148" dur="500"/>
                                        <p:tgtEl>
                                          <p:spTgt spid="89"/>
                                        </p:tgtEl>
                                      </p:cBhvr>
                                    </p:animEffect>
                                  </p:childTnLst>
                                </p:cTn>
                              </p:par>
                              <p:par>
                                <p:cTn id="149" presetID="10" presetClass="entr" presetSubtype="0" fill="hold" nodeType="withEffect">
                                  <p:stCondLst>
                                    <p:cond delay="0"/>
                                  </p:stCondLst>
                                  <p:childTnLst>
                                    <p:set>
                                      <p:cBhvr>
                                        <p:cTn id="150" dur="1" fill="hold">
                                          <p:stCondLst>
                                            <p:cond delay="0"/>
                                          </p:stCondLst>
                                        </p:cTn>
                                        <p:tgtEl>
                                          <p:spTgt spid="157"/>
                                        </p:tgtEl>
                                        <p:attrNameLst>
                                          <p:attrName>style.visibility</p:attrName>
                                        </p:attrNameLst>
                                      </p:cBhvr>
                                      <p:to>
                                        <p:strVal val="visible"/>
                                      </p:to>
                                    </p:set>
                                    <p:animEffect transition="in" filter="fade">
                                      <p:cBhvr>
                                        <p:cTn id="151" dur="500"/>
                                        <p:tgtEl>
                                          <p:spTgt spid="157"/>
                                        </p:tgtEl>
                                      </p:cBhvr>
                                    </p:animEffect>
                                  </p:childTnLst>
                                </p:cTn>
                              </p:par>
                              <p:par>
                                <p:cTn id="152" presetID="10" presetClass="entr" presetSubtype="0" fill="hold" nodeType="withEffect">
                                  <p:stCondLst>
                                    <p:cond delay="0"/>
                                  </p:stCondLst>
                                  <p:childTnLst>
                                    <p:set>
                                      <p:cBhvr>
                                        <p:cTn id="153" dur="1" fill="hold">
                                          <p:stCondLst>
                                            <p:cond delay="0"/>
                                          </p:stCondLst>
                                        </p:cTn>
                                        <p:tgtEl>
                                          <p:spTgt spid="154"/>
                                        </p:tgtEl>
                                        <p:attrNameLst>
                                          <p:attrName>style.visibility</p:attrName>
                                        </p:attrNameLst>
                                      </p:cBhvr>
                                      <p:to>
                                        <p:strVal val="visible"/>
                                      </p:to>
                                    </p:set>
                                    <p:animEffect transition="in" filter="fade">
                                      <p:cBhvr>
                                        <p:cTn id="154" dur="500"/>
                                        <p:tgtEl>
                                          <p:spTgt spid="154"/>
                                        </p:tgtEl>
                                      </p:cBhvr>
                                    </p:animEffect>
                                  </p:childTnLst>
                                </p:cTn>
                              </p:par>
                              <p:par>
                                <p:cTn id="155" presetID="10" presetClass="entr" presetSubtype="0" fill="hold" nodeType="withEffect">
                                  <p:stCondLst>
                                    <p:cond delay="0"/>
                                  </p:stCondLst>
                                  <p:childTnLst>
                                    <p:set>
                                      <p:cBhvr>
                                        <p:cTn id="156" dur="1" fill="hold">
                                          <p:stCondLst>
                                            <p:cond delay="0"/>
                                          </p:stCondLst>
                                        </p:cTn>
                                        <p:tgtEl>
                                          <p:spTgt spid="151"/>
                                        </p:tgtEl>
                                        <p:attrNameLst>
                                          <p:attrName>style.visibility</p:attrName>
                                        </p:attrNameLst>
                                      </p:cBhvr>
                                      <p:to>
                                        <p:strVal val="visible"/>
                                      </p:to>
                                    </p:set>
                                    <p:animEffect transition="in" filter="fade">
                                      <p:cBhvr>
                                        <p:cTn id="157" dur="500"/>
                                        <p:tgtEl>
                                          <p:spTgt spid="151"/>
                                        </p:tgtEl>
                                      </p:cBhvr>
                                    </p:animEffect>
                                  </p:childTnLst>
                                </p:cTn>
                              </p:par>
                              <p:par>
                                <p:cTn id="158" presetID="10" presetClass="entr" presetSubtype="0" fill="hold" nodeType="withEffect">
                                  <p:stCondLst>
                                    <p:cond delay="0"/>
                                  </p:stCondLst>
                                  <p:childTnLst>
                                    <p:set>
                                      <p:cBhvr>
                                        <p:cTn id="159" dur="1" fill="hold">
                                          <p:stCondLst>
                                            <p:cond delay="0"/>
                                          </p:stCondLst>
                                        </p:cTn>
                                        <p:tgtEl>
                                          <p:spTgt spid="148"/>
                                        </p:tgtEl>
                                        <p:attrNameLst>
                                          <p:attrName>style.visibility</p:attrName>
                                        </p:attrNameLst>
                                      </p:cBhvr>
                                      <p:to>
                                        <p:strVal val="visible"/>
                                      </p:to>
                                    </p:set>
                                    <p:animEffect transition="in" filter="fade">
                                      <p:cBhvr>
                                        <p:cTn id="160" dur="500"/>
                                        <p:tgtEl>
                                          <p:spTgt spid="148"/>
                                        </p:tgtEl>
                                      </p:cBhvr>
                                    </p:animEffect>
                                  </p:childTnLst>
                                </p:cTn>
                              </p:par>
                              <p:par>
                                <p:cTn id="161" presetID="10" presetClass="entr" presetSubtype="0" fill="hold" nodeType="withEffect">
                                  <p:stCondLst>
                                    <p:cond delay="0"/>
                                  </p:stCondLst>
                                  <p:childTnLst>
                                    <p:set>
                                      <p:cBhvr>
                                        <p:cTn id="162" dur="1" fill="hold">
                                          <p:stCondLst>
                                            <p:cond delay="0"/>
                                          </p:stCondLst>
                                        </p:cTn>
                                        <p:tgtEl>
                                          <p:spTgt spid="145"/>
                                        </p:tgtEl>
                                        <p:attrNameLst>
                                          <p:attrName>style.visibility</p:attrName>
                                        </p:attrNameLst>
                                      </p:cBhvr>
                                      <p:to>
                                        <p:strVal val="visible"/>
                                      </p:to>
                                    </p:set>
                                    <p:animEffect transition="in" filter="fade">
                                      <p:cBhvr>
                                        <p:cTn id="163"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56" grpId="0" animBg="1"/>
      <p:bldP spid="60" grpId="0" animBg="1"/>
      <p:bldP spid="67" grpId="0" animBg="1"/>
      <p:bldP spid="69" grpId="0" animBg="1"/>
      <p:bldP spid="85" grpId="0" animBg="1"/>
      <p:bldP spid="87" grpId="0" animBg="1"/>
      <p:bldP spid="88" grpId="0" animBg="1"/>
      <p:bldP spid="89" grpId="0" animBg="1"/>
      <p:bldP spid="95" grpId="0" animBg="1"/>
      <p:bldP spid="110" grpId="0" animBg="1"/>
      <p:bldP spid="122" grpId="0" animBg="1"/>
      <p:bldP spid="7" grpId="0" animBg="1"/>
      <p:bldP spid="32" grpId="0" animBg="1"/>
      <p:bldP spid="47" grpId="0" animBg="1"/>
      <p:bldP spid="73" grpId="0" animBg="1"/>
      <p:bldP spid="92" grpId="0" animBg="1"/>
      <p:bldP spid="106" grpId="0" animBg="1"/>
      <p:bldP spid="117" grpId="0" animBg="1"/>
      <p:bldP spid="130" grpId="0" animBg="1"/>
      <p:bldP spid="131" grpId="0" animBg="1"/>
      <p:bldP spid="1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D8C0-BA8C-06B0-AA57-D508019287FF}"/>
            </a:ext>
          </a:extLst>
        </p:cNvPr>
        <p:cNvGrpSpPr/>
        <p:nvPr/>
      </p:nvGrpSpPr>
      <p:grpSpPr>
        <a:xfrm>
          <a:off x="0" y="0"/>
          <a:ext cx="0" cy="0"/>
          <a:chOff x="0" y="0"/>
          <a:chExt cx="0" cy="0"/>
        </a:xfrm>
      </p:grpSpPr>
      <p:cxnSp>
        <p:nvCxnSpPr>
          <p:cNvPr id="68" name="Straight Connector 67">
            <a:extLst>
              <a:ext uri="{FF2B5EF4-FFF2-40B4-BE49-F238E27FC236}">
                <a16:creationId xmlns:a16="http://schemas.microsoft.com/office/drawing/2014/main" id="{7B09E4AD-3461-3E5B-94EB-3A78172C9BD9}"/>
              </a:ext>
            </a:extLst>
          </p:cNvPr>
          <p:cNvCxnSpPr>
            <a:cxnSpLocks/>
          </p:cNvCxnSpPr>
          <p:nvPr/>
        </p:nvCxnSpPr>
        <p:spPr>
          <a:xfrm>
            <a:off x="253265" y="4449068"/>
            <a:ext cx="13940854" cy="0"/>
          </a:xfrm>
          <a:prstGeom prst="line">
            <a:avLst/>
          </a:prstGeom>
          <a:ln w="38100">
            <a:solidFill>
              <a:schemeClr val="bg2">
                <a:lumMod val="90000"/>
              </a:schemeClr>
            </a:solidFill>
            <a:prstDash val="dash"/>
          </a:ln>
        </p:spPr>
        <p:style>
          <a:lnRef idx="1">
            <a:schemeClr val="accent2"/>
          </a:lnRef>
          <a:fillRef idx="0">
            <a:schemeClr val="accent2"/>
          </a:fillRef>
          <a:effectRef idx="0">
            <a:schemeClr val="accent2"/>
          </a:effectRef>
          <a:fontRef idx="minor">
            <a:schemeClr val="tx1"/>
          </a:fontRef>
        </p:style>
      </p:cxnSp>
      <p:cxnSp>
        <p:nvCxnSpPr>
          <p:cNvPr id="2" name="Straight Connector 1">
            <a:extLst>
              <a:ext uri="{FF2B5EF4-FFF2-40B4-BE49-F238E27FC236}">
                <a16:creationId xmlns:a16="http://schemas.microsoft.com/office/drawing/2014/main" id="{116C5615-DCFD-F192-D748-91F2804F488A}"/>
              </a:ext>
            </a:extLst>
          </p:cNvPr>
          <p:cNvCxnSpPr>
            <a:cxnSpLocks/>
          </p:cNvCxnSpPr>
          <p:nvPr/>
        </p:nvCxnSpPr>
        <p:spPr>
          <a:xfrm>
            <a:off x="253265" y="2656406"/>
            <a:ext cx="13940854" cy="0"/>
          </a:xfrm>
          <a:prstGeom prst="line">
            <a:avLst/>
          </a:prstGeom>
          <a:ln w="38100">
            <a:solidFill>
              <a:schemeClr val="bg2">
                <a:lumMod val="90000"/>
              </a:schemeClr>
            </a:solidFill>
            <a:prstDash val="dash"/>
          </a:ln>
        </p:spPr>
        <p:style>
          <a:lnRef idx="1">
            <a:schemeClr val="accent2"/>
          </a:lnRef>
          <a:fillRef idx="0">
            <a:schemeClr val="accent2"/>
          </a:fillRef>
          <a:effectRef idx="0">
            <a:schemeClr val="accent2"/>
          </a:effectRef>
          <a:fontRef idx="minor">
            <a:schemeClr val="tx1"/>
          </a:fontRef>
        </p:style>
      </p:cxnSp>
      <p:sp>
        <p:nvSpPr>
          <p:cNvPr id="9" name="Title 7">
            <a:extLst>
              <a:ext uri="{FF2B5EF4-FFF2-40B4-BE49-F238E27FC236}">
                <a16:creationId xmlns:a16="http://schemas.microsoft.com/office/drawing/2014/main" id="{D1A68E24-4640-E0D5-EF43-33EF555C1A43}"/>
              </a:ext>
            </a:extLst>
          </p:cNvPr>
          <p:cNvSpPr txBox="1">
            <a:spLocks/>
          </p:cNvSpPr>
          <p:nvPr/>
        </p:nvSpPr>
        <p:spPr>
          <a:xfrm>
            <a:off x="387995" y="470023"/>
            <a:ext cx="13731240" cy="931042"/>
          </a:xfrm>
          <a:prstGeom prst="rect">
            <a:avLst/>
          </a:prstGeom>
        </p:spPr>
        <p:txBody>
          <a:bodyPr vert="horz" lIns="0" tIns="0" rIns="0" bIns="0" rtlCol="0" anchor="t">
            <a:noAutofit/>
          </a:bodyPr>
          <a:lstStyle>
            <a:lvl1pPr defTabSz="761970">
              <a:lnSpc>
                <a:spcPct val="90000"/>
              </a:lnSpc>
              <a:spcBef>
                <a:spcPct val="0"/>
              </a:spcBef>
              <a:buNone/>
              <a:defRPr sz="3000">
                <a:latin typeface="+mj-lt"/>
              </a:defRPr>
            </a:lvl1pPr>
          </a:lstStyle>
          <a:p>
            <a:pPr fontAlgn="base"/>
            <a:r>
              <a:rPr lang="en-US" sz="3360"/>
              <a:t>2. Return &amp; Repair​​</a:t>
            </a:r>
          </a:p>
        </p:txBody>
      </p:sp>
      <p:cxnSp>
        <p:nvCxnSpPr>
          <p:cNvPr id="44" name="Straight Connector 43">
            <a:extLst>
              <a:ext uri="{FF2B5EF4-FFF2-40B4-BE49-F238E27FC236}">
                <a16:creationId xmlns:a16="http://schemas.microsoft.com/office/drawing/2014/main" id="{7B4B602D-7FBA-C83B-2C6E-7854E7BA48AD}"/>
              </a:ext>
            </a:extLst>
          </p:cNvPr>
          <p:cNvCxnSpPr>
            <a:cxnSpLocks/>
          </p:cNvCxnSpPr>
          <p:nvPr/>
        </p:nvCxnSpPr>
        <p:spPr>
          <a:xfrm>
            <a:off x="264840" y="6143084"/>
            <a:ext cx="13940854" cy="0"/>
          </a:xfrm>
          <a:prstGeom prst="line">
            <a:avLst/>
          </a:prstGeom>
          <a:ln w="38100">
            <a:solidFill>
              <a:schemeClr val="bg2">
                <a:lumMod val="90000"/>
              </a:schemeClr>
            </a:solidFill>
            <a:prstDash val="dash"/>
          </a:ln>
        </p:spPr>
        <p:style>
          <a:lnRef idx="1">
            <a:schemeClr val="accent2"/>
          </a:lnRef>
          <a:fillRef idx="0">
            <a:schemeClr val="accent2"/>
          </a:fillRef>
          <a:effectRef idx="0">
            <a:schemeClr val="accent2"/>
          </a:effectRef>
          <a:fontRef idx="minor">
            <a:schemeClr val="tx1"/>
          </a:fontRef>
        </p:style>
      </p:cxnSp>
      <p:sp>
        <p:nvSpPr>
          <p:cNvPr id="58" name="Freeform: Shape 57">
            <a:extLst>
              <a:ext uri="{FF2B5EF4-FFF2-40B4-BE49-F238E27FC236}">
                <a16:creationId xmlns:a16="http://schemas.microsoft.com/office/drawing/2014/main" id="{859A17F8-7EE7-78EF-1856-AB1C76977CBA}"/>
              </a:ext>
            </a:extLst>
          </p:cNvPr>
          <p:cNvSpPr/>
          <p:nvPr/>
        </p:nvSpPr>
        <p:spPr>
          <a:xfrm rot="4685885">
            <a:off x="4007049" y="2888264"/>
            <a:ext cx="1044115" cy="108251"/>
          </a:xfrm>
          <a:custGeom>
            <a:avLst/>
            <a:gdLst>
              <a:gd name="connsiteX0" fmla="*/ 0 w 1797050"/>
              <a:gd name="connsiteY0" fmla="*/ 349663 h 720139"/>
              <a:gd name="connsiteX1" fmla="*/ 142875 w 1797050"/>
              <a:gd name="connsiteY1" fmla="*/ 352838 h 720139"/>
              <a:gd name="connsiteX2" fmla="*/ 412750 w 1797050"/>
              <a:gd name="connsiteY2" fmla="*/ 6763 h 720139"/>
              <a:gd name="connsiteX3" fmla="*/ 720725 w 1797050"/>
              <a:gd name="connsiteY3" fmla="*/ 708438 h 720139"/>
              <a:gd name="connsiteX4" fmla="*/ 1025525 w 1797050"/>
              <a:gd name="connsiteY4" fmla="*/ 22638 h 720139"/>
              <a:gd name="connsiteX5" fmla="*/ 1352550 w 1797050"/>
              <a:gd name="connsiteY5" fmla="*/ 714788 h 720139"/>
              <a:gd name="connsiteX6" fmla="*/ 1600200 w 1797050"/>
              <a:gd name="connsiteY6" fmla="*/ 343313 h 720139"/>
              <a:gd name="connsiteX7" fmla="*/ 1797050 w 1797050"/>
              <a:gd name="connsiteY7" fmla="*/ 343313 h 720139"/>
              <a:gd name="connsiteX8" fmla="*/ 1797050 w 1797050"/>
              <a:gd name="connsiteY8" fmla="*/ 343313 h 7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7050" h="720139">
                <a:moveTo>
                  <a:pt x="0" y="349663"/>
                </a:moveTo>
                <a:cubicBezTo>
                  <a:pt x="37041" y="379825"/>
                  <a:pt x="74083" y="409988"/>
                  <a:pt x="142875" y="352838"/>
                </a:cubicBezTo>
                <a:cubicBezTo>
                  <a:pt x="211667" y="295688"/>
                  <a:pt x="316442" y="-52504"/>
                  <a:pt x="412750" y="6763"/>
                </a:cubicBezTo>
                <a:cubicBezTo>
                  <a:pt x="509058" y="66030"/>
                  <a:pt x="618596" y="705792"/>
                  <a:pt x="720725" y="708438"/>
                </a:cubicBezTo>
                <a:cubicBezTo>
                  <a:pt x="822854" y="711084"/>
                  <a:pt x="920221" y="21580"/>
                  <a:pt x="1025525" y="22638"/>
                </a:cubicBezTo>
                <a:cubicBezTo>
                  <a:pt x="1130829" y="23696"/>
                  <a:pt x="1256771" y="661342"/>
                  <a:pt x="1352550" y="714788"/>
                </a:cubicBezTo>
                <a:cubicBezTo>
                  <a:pt x="1448329" y="768234"/>
                  <a:pt x="1526117" y="405226"/>
                  <a:pt x="1600200" y="343313"/>
                </a:cubicBezTo>
                <a:cubicBezTo>
                  <a:pt x="1674283" y="281400"/>
                  <a:pt x="1797050" y="343313"/>
                  <a:pt x="1797050" y="343313"/>
                </a:cubicBezTo>
                <a:lnTo>
                  <a:pt x="1797050" y="343313"/>
                </a:lnTo>
              </a:path>
            </a:pathLst>
          </a:custGeom>
          <a:ln w="19050">
            <a:solidFill>
              <a:schemeClr val="accent2">
                <a:lumMod val="60000"/>
                <a:lumOff val="40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653101"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elvetica" panose="020B0604020202020204" pitchFamily="34" charset="0"/>
              <a:ea typeface="+mn-ea"/>
              <a:cs typeface="Helvetica" panose="020B0604020202020204" pitchFamily="34" charset="0"/>
            </a:endParaRPr>
          </a:p>
        </p:txBody>
      </p:sp>
      <p:sp>
        <p:nvSpPr>
          <p:cNvPr id="59" name="Rectangle: Rounded Corners 58">
            <a:extLst>
              <a:ext uri="{FF2B5EF4-FFF2-40B4-BE49-F238E27FC236}">
                <a16:creationId xmlns:a16="http://schemas.microsoft.com/office/drawing/2014/main" id="{4665FBF8-9227-461D-57FA-A815319958FF}"/>
              </a:ext>
            </a:extLst>
          </p:cNvPr>
          <p:cNvSpPr/>
          <p:nvPr/>
        </p:nvSpPr>
        <p:spPr>
          <a:xfrm>
            <a:off x="4154132" y="5013603"/>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Return </a:t>
            </a:r>
          </a:p>
          <a:p>
            <a:pPr algn="ctr"/>
            <a:r>
              <a:rPr lang="en-US" sz="1200">
                <a:solidFill>
                  <a:srgbClr val="FFFFFF"/>
                </a:solidFill>
              </a:rPr>
              <a:t>Physical Receiving</a:t>
            </a:r>
          </a:p>
        </p:txBody>
      </p:sp>
      <p:cxnSp>
        <p:nvCxnSpPr>
          <p:cNvPr id="60" name="Straight Arrow Connector 59">
            <a:extLst>
              <a:ext uri="{FF2B5EF4-FFF2-40B4-BE49-F238E27FC236}">
                <a16:creationId xmlns:a16="http://schemas.microsoft.com/office/drawing/2014/main" id="{CF8D7279-7EB9-B69E-E20B-FF2BD747CFF7}"/>
              </a:ext>
            </a:extLst>
          </p:cNvPr>
          <p:cNvCxnSpPr>
            <a:cxnSpLocks/>
            <a:stCxn id="64" idx="2"/>
            <a:endCxn id="59" idx="0"/>
          </p:cNvCxnSpPr>
          <p:nvPr/>
        </p:nvCxnSpPr>
        <p:spPr>
          <a:xfrm>
            <a:off x="4935738" y="4090640"/>
            <a:ext cx="0" cy="922963"/>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5" name="Flowchart: Alternate Process 64">
            <a:extLst>
              <a:ext uri="{FF2B5EF4-FFF2-40B4-BE49-F238E27FC236}">
                <a16:creationId xmlns:a16="http://schemas.microsoft.com/office/drawing/2014/main" id="{42DF71DC-17C7-E539-FCC3-CC857EFF44A6}"/>
              </a:ext>
            </a:extLst>
          </p:cNvPr>
          <p:cNvSpPr/>
          <p:nvPr/>
        </p:nvSpPr>
        <p:spPr>
          <a:xfrm>
            <a:off x="3079596" y="2028330"/>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Returned Terminal</a:t>
            </a:r>
            <a:endParaRPr lang="en-US" sz="960">
              <a:solidFill>
                <a:srgbClr val="FFFFFF"/>
              </a:solidFill>
              <a:latin typeface="Arial" panose="020B0604020202020204"/>
            </a:endParaRPr>
          </a:p>
        </p:txBody>
      </p:sp>
      <p:sp>
        <p:nvSpPr>
          <p:cNvPr id="66" name="Rectangle 65">
            <a:extLst>
              <a:ext uri="{FF2B5EF4-FFF2-40B4-BE49-F238E27FC236}">
                <a16:creationId xmlns:a16="http://schemas.microsoft.com/office/drawing/2014/main" id="{5DFA507E-8649-9379-6109-3314D0E86DDC}"/>
              </a:ext>
            </a:extLst>
          </p:cNvPr>
          <p:cNvSpPr/>
          <p:nvPr/>
        </p:nvSpPr>
        <p:spPr>
          <a:xfrm>
            <a:off x="7589253" y="1762080"/>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Return &amp; Replace</a:t>
            </a:r>
          </a:p>
        </p:txBody>
      </p:sp>
      <p:cxnSp>
        <p:nvCxnSpPr>
          <p:cNvPr id="70" name="Straight Arrow Connector 69">
            <a:extLst>
              <a:ext uri="{FF2B5EF4-FFF2-40B4-BE49-F238E27FC236}">
                <a16:creationId xmlns:a16="http://schemas.microsoft.com/office/drawing/2014/main" id="{C03483A6-53DC-BE00-FAB9-4431026145B0}"/>
              </a:ext>
            </a:extLst>
          </p:cNvPr>
          <p:cNvCxnSpPr>
            <a:cxnSpLocks/>
            <a:stCxn id="108" idx="2"/>
            <a:endCxn id="94" idx="0"/>
          </p:cNvCxnSpPr>
          <p:nvPr/>
        </p:nvCxnSpPr>
        <p:spPr>
          <a:xfrm>
            <a:off x="8084485" y="4090640"/>
            <a:ext cx="0" cy="922963"/>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C1C0DC74-9009-F0F7-B66D-5E965924C4C5}"/>
              </a:ext>
            </a:extLst>
          </p:cNvPr>
          <p:cNvCxnSpPr>
            <a:cxnSpLocks/>
            <a:stCxn id="62" idx="2"/>
            <a:endCxn id="59" idx="3"/>
          </p:cNvCxnSpPr>
          <p:nvPr/>
        </p:nvCxnSpPr>
        <p:spPr>
          <a:xfrm rot="5400000">
            <a:off x="5859350" y="4682957"/>
            <a:ext cx="584878" cy="868890"/>
          </a:xfrm>
          <a:prstGeom prst="bentConnector2">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131235C9-BFD7-E190-2F20-14D4DD810AD9}"/>
              </a:ext>
            </a:extLst>
          </p:cNvPr>
          <p:cNvSpPr/>
          <p:nvPr/>
        </p:nvSpPr>
        <p:spPr>
          <a:xfrm>
            <a:off x="5144193" y="1762080"/>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List: Terminals with Defect</a:t>
            </a:r>
          </a:p>
        </p:txBody>
      </p:sp>
      <p:sp>
        <p:nvSpPr>
          <p:cNvPr id="88" name="Rectangle 87">
            <a:extLst>
              <a:ext uri="{FF2B5EF4-FFF2-40B4-BE49-F238E27FC236}">
                <a16:creationId xmlns:a16="http://schemas.microsoft.com/office/drawing/2014/main" id="{224C3895-F4A2-AFA2-B451-20840AD2210A}"/>
              </a:ext>
            </a:extLst>
          </p:cNvPr>
          <p:cNvSpPr/>
          <p:nvPr/>
        </p:nvSpPr>
        <p:spPr>
          <a:xfrm>
            <a:off x="11062300" y="1762080"/>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latin typeface="Arial" panose="020B0604020202020204"/>
              </a:rPr>
              <a:t>Manage Quality of Repair</a:t>
            </a:r>
          </a:p>
        </p:txBody>
      </p:sp>
      <p:sp>
        <p:nvSpPr>
          <p:cNvPr id="89" name="Freeform: Shape 88">
            <a:extLst>
              <a:ext uri="{FF2B5EF4-FFF2-40B4-BE49-F238E27FC236}">
                <a16:creationId xmlns:a16="http://schemas.microsoft.com/office/drawing/2014/main" id="{895A4266-8690-9761-02EE-A92062EAED82}"/>
              </a:ext>
            </a:extLst>
          </p:cNvPr>
          <p:cNvSpPr/>
          <p:nvPr/>
        </p:nvSpPr>
        <p:spPr>
          <a:xfrm rot="5400000">
            <a:off x="9601017" y="2847090"/>
            <a:ext cx="1044115" cy="108251"/>
          </a:xfrm>
          <a:custGeom>
            <a:avLst/>
            <a:gdLst>
              <a:gd name="connsiteX0" fmla="*/ 0 w 1797050"/>
              <a:gd name="connsiteY0" fmla="*/ 349663 h 720139"/>
              <a:gd name="connsiteX1" fmla="*/ 142875 w 1797050"/>
              <a:gd name="connsiteY1" fmla="*/ 352838 h 720139"/>
              <a:gd name="connsiteX2" fmla="*/ 412750 w 1797050"/>
              <a:gd name="connsiteY2" fmla="*/ 6763 h 720139"/>
              <a:gd name="connsiteX3" fmla="*/ 720725 w 1797050"/>
              <a:gd name="connsiteY3" fmla="*/ 708438 h 720139"/>
              <a:gd name="connsiteX4" fmla="*/ 1025525 w 1797050"/>
              <a:gd name="connsiteY4" fmla="*/ 22638 h 720139"/>
              <a:gd name="connsiteX5" fmla="*/ 1352550 w 1797050"/>
              <a:gd name="connsiteY5" fmla="*/ 714788 h 720139"/>
              <a:gd name="connsiteX6" fmla="*/ 1600200 w 1797050"/>
              <a:gd name="connsiteY6" fmla="*/ 343313 h 720139"/>
              <a:gd name="connsiteX7" fmla="*/ 1797050 w 1797050"/>
              <a:gd name="connsiteY7" fmla="*/ 343313 h 720139"/>
              <a:gd name="connsiteX8" fmla="*/ 1797050 w 1797050"/>
              <a:gd name="connsiteY8" fmla="*/ 343313 h 7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7050" h="720139">
                <a:moveTo>
                  <a:pt x="0" y="349663"/>
                </a:moveTo>
                <a:cubicBezTo>
                  <a:pt x="37041" y="379825"/>
                  <a:pt x="74083" y="409988"/>
                  <a:pt x="142875" y="352838"/>
                </a:cubicBezTo>
                <a:cubicBezTo>
                  <a:pt x="211667" y="295688"/>
                  <a:pt x="316442" y="-52504"/>
                  <a:pt x="412750" y="6763"/>
                </a:cubicBezTo>
                <a:cubicBezTo>
                  <a:pt x="509058" y="66030"/>
                  <a:pt x="618596" y="705792"/>
                  <a:pt x="720725" y="708438"/>
                </a:cubicBezTo>
                <a:cubicBezTo>
                  <a:pt x="822854" y="711084"/>
                  <a:pt x="920221" y="21580"/>
                  <a:pt x="1025525" y="22638"/>
                </a:cubicBezTo>
                <a:cubicBezTo>
                  <a:pt x="1130829" y="23696"/>
                  <a:pt x="1256771" y="661342"/>
                  <a:pt x="1352550" y="714788"/>
                </a:cubicBezTo>
                <a:cubicBezTo>
                  <a:pt x="1448329" y="768234"/>
                  <a:pt x="1526117" y="405226"/>
                  <a:pt x="1600200" y="343313"/>
                </a:cubicBezTo>
                <a:cubicBezTo>
                  <a:pt x="1674283" y="281400"/>
                  <a:pt x="1797050" y="343313"/>
                  <a:pt x="1797050" y="343313"/>
                </a:cubicBezTo>
                <a:lnTo>
                  <a:pt x="1797050" y="343313"/>
                </a:lnTo>
              </a:path>
            </a:pathLst>
          </a:custGeom>
          <a:ln w="19050">
            <a:solidFill>
              <a:schemeClr val="accent2">
                <a:lumMod val="60000"/>
                <a:lumOff val="40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653101"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elvetica" panose="020B0604020202020204" pitchFamily="34" charset="0"/>
              <a:ea typeface="+mn-ea"/>
              <a:cs typeface="Helvetica" panose="020B0604020202020204" pitchFamily="34" charset="0"/>
            </a:endParaRPr>
          </a:p>
        </p:txBody>
      </p:sp>
      <p:sp>
        <p:nvSpPr>
          <p:cNvPr id="90" name="Flowchart: Alternate Process 89">
            <a:extLst>
              <a:ext uri="{FF2B5EF4-FFF2-40B4-BE49-F238E27FC236}">
                <a16:creationId xmlns:a16="http://schemas.microsoft.com/office/drawing/2014/main" id="{C3495E85-2180-E35A-B4B9-B791A24FF701}"/>
              </a:ext>
            </a:extLst>
          </p:cNvPr>
          <p:cNvSpPr/>
          <p:nvPr/>
        </p:nvSpPr>
        <p:spPr>
          <a:xfrm>
            <a:off x="9237837" y="2028330"/>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Ship To Repair Centre</a:t>
            </a:r>
            <a:endParaRPr lang="en-US" sz="960">
              <a:solidFill>
                <a:srgbClr val="FFFFFF"/>
              </a:solidFill>
              <a:latin typeface="Arial" panose="020B0604020202020204"/>
            </a:endParaRPr>
          </a:p>
        </p:txBody>
      </p:sp>
      <p:cxnSp>
        <p:nvCxnSpPr>
          <p:cNvPr id="92" name="Connector: Elbow 91">
            <a:extLst>
              <a:ext uri="{FF2B5EF4-FFF2-40B4-BE49-F238E27FC236}">
                <a16:creationId xmlns:a16="http://schemas.microsoft.com/office/drawing/2014/main" id="{06BCAEB0-25C4-3514-B819-0836FCC60141}"/>
              </a:ext>
            </a:extLst>
          </p:cNvPr>
          <p:cNvCxnSpPr>
            <a:cxnSpLocks/>
            <a:stCxn id="130" idx="2"/>
          </p:cNvCxnSpPr>
          <p:nvPr/>
        </p:nvCxnSpPr>
        <p:spPr>
          <a:xfrm rot="5400000">
            <a:off x="9548505" y="4620221"/>
            <a:ext cx="1076943" cy="17781"/>
          </a:xfrm>
          <a:prstGeom prst="bentConnector3">
            <a:avLst>
              <a:gd name="adj1" fmla="val 50000"/>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434DB286-3A0D-EFD8-E5F2-B6D7B60C671E}"/>
              </a:ext>
            </a:extLst>
          </p:cNvPr>
          <p:cNvSpPr/>
          <p:nvPr/>
        </p:nvSpPr>
        <p:spPr>
          <a:xfrm>
            <a:off x="9284902" y="6528667"/>
            <a:ext cx="1563212" cy="792475"/>
          </a:xfrm>
          <a:prstGeom prst="roundRect">
            <a:avLst/>
          </a:prstGeom>
        </p:spPr>
        <p:style>
          <a:lnRef idx="2">
            <a:schemeClr val="accent5"/>
          </a:lnRef>
          <a:fillRef idx="1">
            <a:schemeClr val="lt1"/>
          </a:fillRef>
          <a:effectRef idx="0">
            <a:schemeClr val="accent5"/>
          </a:effectRef>
          <a:fontRef idx="minor">
            <a:schemeClr val="dk1"/>
          </a:fontRef>
        </p:style>
        <p:txBody>
          <a:bodyPr lIns="43200" tIns="43200" rIns="43200" bIns="43200" rtlCol="0" anchor="ctr"/>
          <a:lstStyle/>
          <a:p>
            <a:pPr algn="ctr"/>
            <a:r>
              <a:rPr lang="en-US" sz="1200">
                <a:solidFill>
                  <a:schemeClr val="tx1"/>
                </a:solidFill>
              </a:rPr>
              <a:t>Received @ Repair Centre</a:t>
            </a:r>
          </a:p>
        </p:txBody>
      </p:sp>
      <p:cxnSp>
        <p:nvCxnSpPr>
          <p:cNvPr id="99" name="Connector: Elbow 98">
            <a:extLst>
              <a:ext uri="{FF2B5EF4-FFF2-40B4-BE49-F238E27FC236}">
                <a16:creationId xmlns:a16="http://schemas.microsoft.com/office/drawing/2014/main" id="{E1C790B6-9D0F-41AA-056E-3FB39214F5D5}"/>
              </a:ext>
            </a:extLst>
          </p:cNvPr>
          <p:cNvCxnSpPr>
            <a:cxnSpLocks/>
            <a:stCxn id="98" idx="0"/>
            <a:endCxn id="101" idx="2"/>
          </p:cNvCxnSpPr>
          <p:nvPr/>
        </p:nvCxnSpPr>
        <p:spPr>
          <a:xfrm rot="5400000" flipH="1" flipV="1">
            <a:off x="9711001" y="6161586"/>
            <a:ext cx="722589" cy="11575"/>
          </a:xfrm>
          <a:prstGeom prst="bentConnector3">
            <a:avLst>
              <a:gd name="adj1" fmla="val 50000"/>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1" name="Rectangle: Rounded Corners 100">
            <a:extLst>
              <a:ext uri="{FF2B5EF4-FFF2-40B4-BE49-F238E27FC236}">
                <a16:creationId xmlns:a16="http://schemas.microsoft.com/office/drawing/2014/main" id="{F9DED471-7487-CE87-64D1-881CFD65712A}"/>
              </a:ext>
            </a:extLst>
          </p:cNvPr>
          <p:cNvSpPr/>
          <p:nvPr/>
        </p:nvSpPr>
        <p:spPr>
          <a:xfrm>
            <a:off x="9296477" y="5013603"/>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Ship out to Repair Centre</a:t>
            </a:r>
          </a:p>
        </p:txBody>
      </p:sp>
      <p:cxnSp>
        <p:nvCxnSpPr>
          <p:cNvPr id="104" name="Connector: Elbow 103">
            <a:extLst>
              <a:ext uri="{FF2B5EF4-FFF2-40B4-BE49-F238E27FC236}">
                <a16:creationId xmlns:a16="http://schemas.microsoft.com/office/drawing/2014/main" id="{804A9EDC-BD4B-B17D-5D65-E931F7489F83}"/>
              </a:ext>
            </a:extLst>
          </p:cNvPr>
          <p:cNvCxnSpPr>
            <a:cxnSpLocks/>
            <a:stCxn id="148" idx="2"/>
            <a:endCxn id="146" idx="0"/>
          </p:cNvCxnSpPr>
          <p:nvPr/>
        </p:nvCxnSpPr>
        <p:spPr>
          <a:xfrm rot="5400000">
            <a:off x="13177152" y="4605539"/>
            <a:ext cx="814765" cy="1362"/>
          </a:xfrm>
          <a:prstGeom prst="bentConnector3">
            <a:avLst>
              <a:gd name="adj1" fmla="val 50000"/>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7899A4E2-6F1C-0097-4E77-79C7949D778A}"/>
              </a:ext>
            </a:extLst>
          </p:cNvPr>
          <p:cNvSpPr/>
          <p:nvPr/>
        </p:nvSpPr>
        <p:spPr>
          <a:xfrm>
            <a:off x="12796257" y="1762080"/>
            <a:ext cx="1563212" cy="79247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List: Terminal Genealogy</a:t>
            </a:r>
          </a:p>
        </p:txBody>
      </p:sp>
      <p:cxnSp>
        <p:nvCxnSpPr>
          <p:cNvPr id="107" name="Straight Arrow Connector 106">
            <a:extLst>
              <a:ext uri="{FF2B5EF4-FFF2-40B4-BE49-F238E27FC236}">
                <a16:creationId xmlns:a16="http://schemas.microsoft.com/office/drawing/2014/main" id="{89135E14-8B6D-36A2-AEE0-6EADE8AC296C}"/>
              </a:ext>
            </a:extLst>
          </p:cNvPr>
          <p:cNvCxnSpPr>
            <a:cxnSpLocks/>
            <a:stCxn id="106" idx="2"/>
            <a:endCxn id="148" idx="0"/>
          </p:cNvCxnSpPr>
          <p:nvPr/>
        </p:nvCxnSpPr>
        <p:spPr>
          <a:xfrm>
            <a:off x="13577863" y="2554555"/>
            <a:ext cx="7352" cy="872413"/>
          </a:xfrm>
          <a:prstGeom prst="straightConnector1">
            <a:avLst/>
          </a:prstGeom>
          <a:ln w="28575">
            <a:solidFill>
              <a:schemeClr val="accent2"/>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0167A2A9-681E-B60C-3893-F54585CDE643}"/>
              </a:ext>
            </a:extLst>
          </p:cNvPr>
          <p:cNvPicPr>
            <a:picLocks noChangeAspect="1"/>
          </p:cNvPicPr>
          <p:nvPr/>
        </p:nvPicPr>
        <p:blipFill>
          <a:blip r:embed="rId3"/>
          <a:stretch>
            <a:fillRect/>
          </a:stretch>
        </p:blipFill>
        <p:spPr>
          <a:xfrm>
            <a:off x="86490" y="6209835"/>
            <a:ext cx="2572109" cy="1257475"/>
          </a:xfrm>
          <a:prstGeom prst="rect">
            <a:avLst/>
          </a:prstGeom>
        </p:spPr>
      </p:pic>
      <p:pic>
        <p:nvPicPr>
          <p:cNvPr id="25" name="Picture 24">
            <a:extLst>
              <a:ext uri="{FF2B5EF4-FFF2-40B4-BE49-F238E27FC236}">
                <a16:creationId xmlns:a16="http://schemas.microsoft.com/office/drawing/2014/main" id="{871D965F-7C27-AC4A-E8A8-5ECE17F4F966}"/>
              </a:ext>
            </a:extLst>
          </p:cNvPr>
          <p:cNvPicPr>
            <a:picLocks noChangeAspect="1"/>
          </p:cNvPicPr>
          <p:nvPr/>
        </p:nvPicPr>
        <p:blipFill>
          <a:blip r:embed="rId4"/>
          <a:stretch>
            <a:fillRect/>
          </a:stretch>
        </p:blipFill>
        <p:spPr>
          <a:xfrm>
            <a:off x="96016" y="4638611"/>
            <a:ext cx="2562583" cy="1228896"/>
          </a:xfrm>
          <a:prstGeom prst="rect">
            <a:avLst/>
          </a:prstGeom>
        </p:spPr>
      </p:pic>
      <p:pic>
        <p:nvPicPr>
          <p:cNvPr id="29" name="Picture 28">
            <a:extLst>
              <a:ext uri="{FF2B5EF4-FFF2-40B4-BE49-F238E27FC236}">
                <a16:creationId xmlns:a16="http://schemas.microsoft.com/office/drawing/2014/main" id="{1E3BEEC9-D6B7-0D2B-AD94-D785D2442E73}"/>
              </a:ext>
            </a:extLst>
          </p:cNvPr>
          <p:cNvPicPr>
            <a:picLocks noChangeAspect="1"/>
          </p:cNvPicPr>
          <p:nvPr/>
        </p:nvPicPr>
        <p:blipFill>
          <a:blip r:embed="rId5"/>
          <a:stretch>
            <a:fillRect/>
          </a:stretch>
        </p:blipFill>
        <p:spPr>
          <a:xfrm>
            <a:off x="143648" y="2946812"/>
            <a:ext cx="2514951" cy="1238423"/>
          </a:xfrm>
          <a:prstGeom prst="rect">
            <a:avLst/>
          </a:prstGeom>
        </p:spPr>
      </p:pic>
      <p:pic>
        <p:nvPicPr>
          <p:cNvPr id="32" name="Picture 31">
            <a:extLst>
              <a:ext uri="{FF2B5EF4-FFF2-40B4-BE49-F238E27FC236}">
                <a16:creationId xmlns:a16="http://schemas.microsoft.com/office/drawing/2014/main" id="{2676DAB7-4DF4-BB78-64E3-3FD9DE09AF0E}"/>
              </a:ext>
            </a:extLst>
          </p:cNvPr>
          <p:cNvPicPr>
            <a:picLocks noChangeAspect="1"/>
          </p:cNvPicPr>
          <p:nvPr/>
        </p:nvPicPr>
        <p:blipFill>
          <a:blip r:embed="rId6"/>
          <a:stretch>
            <a:fillRect/>
          </a:stretch>
        </p:blipFill>
        <p:spPr>
          <a:xfrm>
            <a:off x="105543" y="1431179"/>
            <a:ext cx="2553056" cy="1162212"/>
          </a:xfrm>
          <a:prstGeom prst="rect">
            <a:avLst/>
          </a:prstGeom>
        </p:spPr>
      </p:pic>
      <p:sp>
        <p:nvSpPr>
          <p:cNvPr id="39" name="Flowchart: Alternate Process 38">
            <a:extLst>
              <a:ext uri="{FF2B5EF4-FFF2-40B4-BE49-F238E27FC236}">
                <a16:creationId xmlns:a16="http://schemas.microsoft.com/office/drawing/2014/main" id="{088882D4-41DD-3C49-986E-47A474C3AD8D}"/>
              </a:ext>
            </a:extLst>
          </p:cNvPr>
          <p:cNvSpPr/>
          <p:nvPr/>
        </p:nvSpPr>
        <p:spPr>
          <a:xfrm>
            <a:off x="7649233" y="7807988"/>
            <a:ext cx="1657343" cy="259974"/>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defRPr/>
            </a:pPr>
            <a:r>
              <a:rPr lang="en-GB" sz="960">
                <a:solidFill>
                  <a:srgbClr val="FFFFFF"/>
                </a:solidFill>
                <a:latin typeface="Arial" panose="020B0604020202020204"/>
              </a:rPr>
              <a:t>Information / Alert</a:t>
            </a:r>
            <a:endParaRPr lang="en-US" sz="960">
              <a:solidFill>
                <a:srgbClr val="FFFFFF"/>
              </a:solidFill>
              <a:latin typeface="Arial" panose="020B0604020202020204"/>
            </a:endParaRPr>
          </a:p>
        </p:txBody>
      </p:sp>
      <p:sp>
        <p:nvSpPr>
          <p:cNvPr id="45" name="Rectangle 44">
            <a:extLst>
              <a:ext uri="{FF2B5EF4-FFF2-40B4-BE49-F238E27FC236}">
                <a16:creationId xmlns:a16="http://schemas.microsoft.com/office/drawing/2014/main" id="{BAF13019-C60F-A3D3-AE39-4002EFA65B66}"/>
              </a:ext>
            </a:extLst>
          </p:cNvPr>
          <p:cNvSpPr/>
          <p:nvPr/>
        </p:nvSpPr>
        <p:spPr>
          <a:xfrm>
            <a:off x="4289117" y="7759319"/>
            <a:ext cx="1657342" cy="35731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defRPr/>
            </a:pPr>
            <a:r>
              <a:rPr lang="en-GB" sz="1200">
                <a:solidFill>
                  <a:srgbClr val="FFFFFF"/>
                </a:solidFill>
                <a:latin typeface="Arial" panose="020B0604020202020204"/>
              </a:rPr>
              <a:t>Visibility / Action</a:t>
            </a:r>
            <a:endParaRPr lang="en-US" sz="1200">
              <a:solidFill>
                <a:srgbClr val="FFFFFF"/>
              </a:solidFill>
              <a:latin typeface="Arial" panose="020B0604020202020204"/>
            </a:endParaRPr>
          </a:p>
        </p:txBody>
      </p:sp>
      <p:sp>
        <p:nvSpPr>
          <p:cNvPr id="46" name="Rectangle: Rounded Corners 45">
            <a:extLst>
              <a:ext uri="{FF2B5EF4-FFF2-40B4-BE49-F238E27FC236}">
                <a16:creationId xmlns:a16="http://schemas.microsoft.com/office/drawing/2014/main" id="{8F3B719F-55E0-45FC-A19F-FB3165C4B45B}"/>
              </a:ext>
            </a:extLst>
          </p:cNvPr>
          <p:cNvSpPr/>
          <p:nvPr/>
        </p:nvSpPr>
        <p:spPr>
          <a:xfrm>
            <a:off x="9397222" y="7726427"/>
            <a:ext cx="1657342" cy="42309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defRPr/>
            </a:pPr>
            <a:r>
              <a:rPr lang="en-GB" sz="1200">
                <a:solidFill>
                  <a:srgbClr val="FFFFFF"/>
                </a:solidFill>
                <a:latin typeface="Arial" panose="020B0604020202020204"/>
              </a:rPr>
              <a:t>Physical Activity</a:t>
            </a:r>
            <a:endParaRPr lang="en-US" sz="1200">
              <a:solidFill>
                <a:srgbClr val="FFFFFF"/>
              </a:solidFill>
              <a:latin typeface="Arial" panose="020B0604020202020204"/>
            </a:endParaRPr>
          </a:p>
        </p:txBody>
      </p:sp>
      <p:sp>
        <p:nvSpPr>
          <p:cNvPr id="48" name="Flowchart: Terminator 47">
            <a:extLst>
              <a:ext uri="{FF2B5EF4-FFF2-40B4-BE49-F238E27FC236}">
                <a16:creationId xmlns:a16="http://schemas.microsoft.com/office/drawing/2014/main" id="{987940F9-78EF-8502-9175-1F3C431291B6}"/>
              </a:ext>
            </a:extLst>
          </p:cNvPr>
          <p:cNvSpPr/>
          <p:nvPr/>
        </p:nvSpPr>
        <p:spPr>
          <a:xfrm>
            <a:off x="6088511" y="7772764"/>
            <a:ext cx="1444896" cy="330422"/>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960">
                <a:solidFill>
                  <a:srgbClr val="FFFFFF"/>
                </a:solidFill>
                <a:latin typeface="Arial" panose="020B0604020202020204"/>
              </a:rPr>
              <a:t>Platform</a:t>
            </a:r>
            <a:endParaRPr lang="en-GB" sz="960">
              <a:solidFill>
                <a:srgbClr val="FFFFFF"/>
              </a:solidFill>
              <a:latin typeface="Arial" panose="020B0604020202020204"/>
            </a:endParaRPr>
          </a:p>
        </p:txBody>
      </p:sp>
      <p:sp>
        <p:nvSpPr>
          <p:cNvPr id="57" name="Flowchart: Terminator 56">
            <a:extLst>
              <a:ext uri="{FF2B5EF4-FFF2-40B4-BE49-F238E27FC236}">
                <a16:creationId xmlns:a16="http://schemas.microsoft.com/office/drawing/2014/main" id="{14585C41-5429-4E48-7751-2E0E8F238558}"/>
              </a:ext>
            </a:extLst>
          </p:cNvPr>
          <p:cNvSpPr/>
          <p:nvPr/>
        </p:nvSpPr>
        <p:spPr>
          <a:xfrm>
            <a:off x="2771699" y="3535167"/>
            <a:ext cx="1232448" cy="555473"/>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Serial # - Out-of-Warehouse</a:t>
            </a:r>
          </a:p>
        </p:txBody>
      </p:sp>
      <p:sp>
        <p:nvSpPr>
          <p:cNvPr id="62" name="Rectangle 61">
            <a:extLst>
              <a:ext uri="{FF2B5EF4-FFF2-40B4-BE49-F238E27FC236}">
                <a16:creationId xmlns:a16="http://schemas.microsoft.com/office/drawing/2014/main" id="{6A1272A1-B54B-81FF-7B75-B1A4D35BF8D2}"/>
              </a:ext>
            </a:extLst>
          </p:cNvPr>
          <p:cNvSpPr/>
          <p:nvPr/>
        </p:nvSpPr>
        <p:spPr>
          <a:xfrm>
            <a:off x="5804628" y="4294521"/>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Workflow: Return / Replacement</a:t>
            </a:r>
          </a:p>
        </p:txBody>
      </p:sp>
      <p:sp>
        <p:nvSpPr>
          <p:cNvPr id="63" name="Flowchart: Terminator 62">
            <a:extLst>
              <a:ext uri="{FF2B5EF4-FFF2-40B4-BE49-F238E27FC236}">
                <a16:creationId xmlns:a16="http://schemas.microsoft.com/office/drawing/2014/main" id="{BB9A5539-D3A7-D8A6-1F28-C43DCBE71083}"/>
              </a:ext>
            </a:extLst>
          </p:cNvPr>
          <p:cNvSpPr/>
          <p:nvPr/>
        </p:nvSpPr>
        <p:spPr>
          <a:xfrm>
            <a:off x="3055531" y="3051402"/>
            <a:ext cx="1232448" cy="339077"/>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RMA from ERP</a:t>
            </a:r>
          </a:p>
        </p:txBody>
      </p:sp>
      <p:sp>
        <p:nvSpPr>
          <p:cNvPr id="64" name="Flowchart: Terminator 63">
            <a:extLst>
              <a:ext uri="{FF2B5EF4-FFF2-40B4-BE49-F238E27FC236}">
                <a16:creationId xmlns:a16="http://schemas.microsoft.com/office/drawing/2014/main" id="{BAFA3A69-78C2-A25C-34C3-B476FE249436}"/>
              </a:ext>
            </a:extLst>
          </p:cNvPr>
          <p:cNvSpPr/>
          <p:nvPr/>
        </p:nvSpPr>
        <p:spPr>
          <a:xfrm>
            <a:off x="4319514" y="3535167"/>
            <a:ext cx="1232448" cy="555473"/>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Serial Nr Returned (RMA)</a:t>
            </a:r>
          </a:p>
        </p:txBody>
      </p:sp>
      <p:sp>
        <p:nvSpPr>
          <p:cNvPr id="81" name="Rectangle 80">
            <a:extLst>
              <a:ext uri="{FF2B5EF4-FFF2-40B4-BE49-F238E27FC236}">
                <a16:creationId xmlns:a16="http://schemas.microsoft.com/office/drawing/2014/main" id="{476F0FC3-3536-62C0-9021-A0A964D385A8}"/>
              </a:ext>
            </a:extLst>
          </p:cNvPr>
          <p:cNvSpPr/>
          <p:nvPr/>
        </p:nvSpPr>
        <p:spPr>
          <a:xfrm>
            <a:off x="5847674" y="2782843"/>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Workflow: Return / Replacement</a:t>
            </a:r>
          </a:p>
        </p:txBody>
      </p:sp>
      <p:cxnSp>
        <p:nvCxnSpPr>
          <p:cNvPr id="83" name="Connector: Elbow 82">
            <a:extLst>
              <a:ext uri="{FF2B5EF4-FFF2-40B4-BE49-F238E27FC236}">
                <a16:creationId xmlns:a16="http://schemas.microsoft.com/office/drawing/2014/main" id="{FDE95BB6-0A68-6460-2753-3288007C96E2}"/>
              </a:ext>
            </a:extLst>
          </p:cNvPr>
          <p:cNvCxnSpPr>
            <a:cxnSpLocks/>
          </p:cNvCxnSpPr>
          <p:nvPr/>
        </p:nvCxnSpPr>
        <p:spPr>
          <a:xfrm rot="5400000" flipH="1" flipV="1">
            <a:off x="5865809" y="3744021"/>
            <a:ext cx="987771" cy="137765"/>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8FC3644D-8DCF-9EC0-8EB1-366E582B489B}"/>
              </a:ext>
            </a:extLst>
          </p:cNvPr>
          <p:cNvCxnSpPr>
            <a:cxnSpLocks/>
          </p:cNvCxnSpPr>
          <p:nvPr/>
        </p:nvCxnSpPr>
        <p:spPr>
          <a:xfrm rot="5400000">
            <a:off x="6238041" y="3784626"/>
            <a:ext cx="997470" cy="56554"/>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Rectangle: Rounded Corners 93">
            <a:extLst>
              <a:ext uri="{FF2B5EF4-FFF2-40B4-BE49-F238E27FC236}">
                <a16:creationId xmlns:a16="http://schemas.microsoft.com/office/drawing/2014/main" id="{747FA345-5AB6-0BA0-9618-A1DA44FB315A}"/>
              </a:ext>
            </a:extLst>
          </p:cNvPr>
          <p:cNvSpPr/>
          <p:nvPr/>
        </p:nvSpPr>
        <p:spPr>
          <a:xfrm>
            <a:off x="7302879" y="5013603"/>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Replacement Initiated</a:t>
            </a:r>
          </a:p>
        </p:txBody>
      </p:sp>
      <p:cxnSp>
        <p:nvCxnSpPr>
          <p:cNvPr id="100" name="Connector: Elbow 99">
            <a:extLst>
              <a:ext uri="{FF2B5EF4-FFF2-40B4-BE49-F238E27FC236}">
                <a16:creationId xmlns:a16="http://schemas.microsoft.com/office/drawing/2014/main" id="{F50C1ECC-4807-EE73-735E-E075F377F5CD}"/>
              </a:ext>
            </a:extLst>
          </p:cNvPr>
          <p:cNvCxnSpPr>
            <a:cxnSpLocks/>
            <a:stCxn id="94" idx="1"/>
          </p:cNvCxnSpPr>
          <p:nvPr/>
        </p:nvCxnSpPr>
        <p:spPr>
          <a:xfrm rot="10800000">
            <a:off x="6796603" y="4852081"/>
            <a:ext cx="506277" cy="557760"/>
          </a:xfrm>
          <a:prstGeom prst="bentConnector2">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8" name="Flowchart: Terminator 107">
            <a:extLst>
              <a:ext uri="{FF2B5EF4-FFF2-40B4-BE49-F238E27FC236}">
                <a16:creationId xmlns:a16="http://schemas.microsoft.com/office/drawing/2014/main" id="{2C032D7D-F524-20A2-957A-A6621B51B600}"/>
              </a:ext>
            </a:extLst>
          </p:cNvPr>
          <p:cNvSpPr/>
          <p:nvPr/>
        </p:nvSpPr>
        <p:spPr>
          <a:xfrm>
            <a:off x="7468261" y="3535167"/>
            <a:ext cx="1232448" cy="555473"/>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Replacement: new Serial Nr</a:t>
            </a:r>
          </a:p>
        </p:txBody>
      </p:sp>
      <p:cxnSp>
        <p:nvCxnSpPr>
          <p:cNvPr id="116" name="Connector: Elbow 115">
            <a:extLst>
              <a:ext uri="{FF2B5EF4-FFF2-40B4-BE49-F238E27FC236}">
                <a16:creationId xmlns:a16="http://schemas.microsoft.com/office/drawing/2014/main" id="{C2CA5D94-0A3C-2A6F-968F-480580FD56A3}"/>
              </a:ext>
            </a:extLst>
          </p:cNvPr>
          <p:cNvCxnSpPr>
            <a:cxnSpLocks/>
            <a:stCxn id="108" idx="0"/>
            <a:endCxn id="66" idx="2"/>
          </p:cNvCxnSpPr>
          <p:nvPr/>
        </p:nvCxnSpPr>
        <p:spPr>
          <a:xfrm rot="5400000" flipH="1" flipV="1">
            <a:off x="7737366" y="2901674"/>
            <a:ext cx="980612" cy="286374"/>
          </a:xfrm>
          <a:prstGeom prst="bentConnector3">
            <a:avLst>
              <a:gd name="adj1" fmla="val 50000"/>
            </a:avLst>
          </a:prstGeom>
          <a:ln w="28575">
            <a:solidFill>
              <a:schemeClr val="accent2"/>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C8C10344-BC7C-F804-E89D-8E448D1992C1}"/>
              </a:ext>
            </a:extLst>
          </p:cNvPr>
          <p:cNvCxnSpPr>
            <a:cxnSpLocks/>
            <a:stCxn id="64" idx="0"/>
            <a:endCxn id="82" idx="1"/>
          </p:cNvCxnSpPr>
          <p:nvPr/>
        </p:nvCxnSpPr>
        <p:spPr>
          <a:xfrm rot="5400000" flipH="1" flipV="1">
            <a:off x="4351541" y="2742516"/>
            <a:ext cx="1376849" cy="208455"/>
          </a:xfrm>
          <a:prstGeom prst="bentConnector2">
            <a:avLst/>
          </a:prstGeom>
          <a:ln w="28575">
            <a:solidFill>
              <a:schemeClr val="accent2"/>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2E4A07A1-15C7-CC91-48A8-7CF95FE986B6}"/>
              </a:ext>
            </a:extLst>
          </p:cNvPr>
          <p:cNvSpPr/>
          <p:nvPr/>
        </p:nvSpPr>
        <p:spPr>
          <a:xfrm>
            <a:off x="387994" y="7462889"/>
            <a:ext cx="3187841" cy="653743"/>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lIns="43200" tIns="43200" rIns="43200" bIns="43200" rtlCol="0" anchor="ctr"/>
          <a:lstStyle/>
          <a:p>
            <a:pPr algn="ctr"/>
            <a:endParaRPr lang="en-US" sz="1200">
              <a:solidFill>
                <a:schemeClr val="tx1"/>
              </a:solidFill>
            </a:endParaRPr>
          </a:p>
        </p:txBody>
      </p:sp>
      <p:sp>
        <p:nvSpPr>
          <p:cNvPr id="130" name="Flowchart: Terminator 129">
            <a:extLst>
              <a:ext uri="{FF2B5EF4-FFF2-40B4-BE49-F238E27FC236}">
                <a16:creationId xmlns:a16="http://schemas.microsoft.com/office/drawing/2014/main" id="{B0AFCD6C-396D-6DB7-DB74-93AE7CEE8C71}"/>
              </a:ext>
            </a:extLst>
          </p:cNvPr>
          <p:cNvSpPr/>
          <p:nvPr/>
        </p:nvSpPr>
        <p:spPr>
          <a:xfrm>
            <a:off x="9479642" y="3535167"/>
            <a:ext cx="1232448" cy="555473"/>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Serial Nr. To Repair</a:t>
            </a:r>
          </a:p>
        </p:txBody>
      </p:sp>
      <p:sp>
        <p:nvSpPr>
          <p:cNvPr id="132" name="Rectangle 131">
            <a:extLst>
              <a:ext uri="{FF2B5EF4-FFF2-40B4-BE49-F238E27FC236}">
                <a16:creationId xmlns:a16="http://schemas.microsoft.com/office/drawing/2014/main" id="{9363CAF9-7F5E-1E88-9D2F-E9532D63DCEA}"/>
              </a:ext>
            </a:extLst>
          </p:cNvPr>
          <p:cNvSpPr/>
          <p:nvPr/>
        </p:nvSpPr>
        <p:spPr>
          <a:xfrm>
            <a:off x="11054677" y="2781629"/>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Workflow: Specific Repair instructions / QA</a:t>
            </a:r>
          </a:p>
        </p:txBody>
      </p:sp>
      <p:sp>
        <p:nvSpPr>
          <p:cNvPr id="133" name="Rectangle 132">
            <a:extLst>
              <a:ext uri="{FF2B5EF4-FFF2-40B4-BE49-F238E27FC236}">
                <a16:creationId xmlns:a16="http://schemas.microsoft.com/office/drawing/2014/main" id="{530E2B32-69C7-880E-806A-AB43B19102D7}"/>
              </a:ext>
            </a:extLst>
          </p:cNvPr>
          <p:cNvSpPr/>
          <p:nvPr/>
        </p:nvSpPr>
        <p:spPr>
          <a:xfrm>
            <a:off x="11054564" y="6157455"/>
            <a:ext cx="1563212" cy="53044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endParaRPr lang="en-US" sz="960">
              <a:solidFill>
                <a:srgbClr val="FFFFFF"/>
              </a:solidFill>
              <a:latin typeface="Arial" panose="020B0604020202020204"/>
            </a:endParaRPr>
          </a:p>
          <a:p>
            <a:pPr algn="ctr"/>
            <a:r>
              <a:rPr lang="en-US" sz="960">
                <a:solidFill>
                  <a:srgbClr val="FFFFFF"/>
                </a:solidFill>
                <a:latin typeface="Arial" panose="020B0604020202020204"/>
              </a:rPr>
              <a:t>Workflow: Specific Repair instructions / QA</a:t>
            </a:r>
          </a:p>
        </p:txBody>
      </p:sp>
      <p:cxnSp>
        <p:nvCxnSpPr>
          <p:cNvPr id="134" name="Connector: Elbow 133">
            <a:extLst>
              <a:ext uri="{FF2B5EF4-FFF2-40B4-BE49-F238E27FC236}">
                <a16:creationId xmlns:a16="http://schemas.microsoft.com/office/drawing/2014/main" id="{3AC7E5BB-8F22-677F-9891-6835758BB1F5}"/>
              </a:ext>
            </a:extLst>
          </p:cNvPr>
          <p:cNvCxnSpPr>
            <a:cxnSpLocks/>
            <a:stCxn id="133" idx="0"/>
          </p:cNvCxnSpPr>
          <p:nvPr/>
        </p:nvCxnSpPr>
        <p:spPr>
          <a:xfrm rot="5400000" flipH="1" flipV="1">
            <a:off x="10472337" y="4674428"/>
            <a:ext cx="2846860" cy="119195"/>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44D9950F-13CE-4E9A-A023-7A629619692C}"/>
              </a:ext>
            </a:extLst>
          </p:cNvPr>
          <p:cNvCxnSpPr>
            <a:cxnSpLocks/>
          </p:cNvCxnSpPr>
          <p:nvPr/>
        </p:nvCxnSpPr>
        <p:spPr>
          <a:xfrm rot="5400000">
            <a:off x="10158948" y="4676229"/>
            <a:ext cx="2832491" cy="101223"/>
          </a:xfrm>
          <a:prstGeom prst="bentConnector3">
            <a:avLst>
              <a:gd name="adj1" fmla="val 50000"/>
            </a:avLst>
          </a:prstGeom>
          <a:ln w="28575">
            <a:solidFill>
              <a:schemeClr val="accent2"/>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76A6EAA0-34C2-0D2C-F567-9B9F63E2BF71}"/>
              </a:ext>
            </a:extLst>
          </p:cNvPr>
          <p:cNvCxnSpPr>
            <a:cxnSpLocks/>
            <a:stCxn id="133" idx="2"/>
            <a:endCxn id="98" idx="3"/>
          </p:cNvCxnSpPr>
          <p:nvPr/>
        </p:nvCxnSpPr>
        <p:spPr>
          <a:xfrm rot="5400000">
            <a:off x="11223638" y="6312373"/>
            <a:ext cx="237008" cy="988056"/>
          </a:xfrm>
          <a:prstGeom prst="bentConnector2">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6" name="Rectangle: Rounded Corners 145">
            <a:extLst>
              <a:ext uri="{FF2B5EF4-FFF2-40B4-BE49-F238E27FC236}">
                <a16:creationId xmlns:a16="http://schemas.microsoft.com/office/drawing/2014/main" id="{4FE15DB4-B126-D22F-38F3-949F8F04A5F2}"/>
              </a:ext>
            </a:extLst>
          </p:cNvPr>
          <p:cNvSpPr/>
          <p:nvPr/>
        </p:nvSpPr>
        <p:spPr>
          <a:xfrm>
            <a:off x="12802247" y="5013603"/>
            <a:ext cx="1563212" cy="7924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43200" tIns="43200" rIns="43200" bIns="43200" rtlCol="0" anchor="ctr"/>
          <a:lstStyle/>
          <a:p>
            <a:pPr algn="ctr"/>
            <a:r>
              <a:rPr lang="en-US" sz="1200">
                <a:solidFill>
                  <a:srgbClr val="FFFFFF"/>
                </a:solidFill>
              </a:rPr>
              <a:t>Received back from Repair Centre</a:t>
            </a:r>
          </a:p>
        </p:txBody>
      </p:sp>
      <p:sp>
        <p:nvSpPr>
          <p:cNvPr id="148" name="Flowchart: Terminator 147">
            <a:extLst>
              <a:ext uri="{FF2B5EF4-FFF2-40B4-BE49-F238E27FC236}">
                <a16:creationId xmlns:a16="http://schemas.microsoft.com/office/drawing/2014/main" id="{50E68122-2677-012C-3D43-AF12B2DF20B3}"/>
              </a:ext>
            </a:extLst>
          </p:cNvPr>
          <p:cNvSpPr/>
          <p:nvPr/>
        </p:nvSpPr>
        <p:spPr>
          <a:xfrm>
            <a:off x="12968991" y="3426968"/>
            <a:ext cx="1232448" cy="771870"/>
          </a:xfrm>
          <a:prstGeom prst="flowChartTerminato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43200" tIns="43200" rIns="43200" bIns="43200" rtlCol="0" anchor="ctr">
            <a:spAutoFit/>
          </a:bodyPr>
          <a:lstStyle/>
          <a:p>
            <a:pPr algn="ctr"/>
            <a:r>
              <a:rPr lang="en-US" sz="1000">
                <a:solidFill>
                  <a:srgbClr val="FFFFFF"/>
                </a:solidFill>
              </a:rPr>
              <a:t>Terminal Available (Refurbished)</a:t>
            </a:r>
          </a:p>
        </p:txBody>
      </p:sp>
      <p:cxnSp>
        <p:nvCxnSpPr>
          <p:cNvPr id="160" name="Straight Arrow Connector 159">
            <a:extLst>
              <a:ext uri="{FF2B5EF4-FFF2-40B4-BE49-F238E27FC236}">
                <a16:creationId xmlns:a16="http://schemas.microsoft.com/office/drawing/2014/main" id="{4885076F-F948-0250-3725-4E43FB66BF4B}"/>
              </a:ext>
            </a:extLst>
          </p:cNvPr>
          <p:cNvCxnSpPr>
            <a:cxnSpLocks/>
            <a:stCxn id="148" idx="1"/>
            <a:endCxn id="130" idx="3"/>
          </p:cNvCxnSpPr>
          <p:nvPr/>
        </p:nvCxnSpPr>
        <p:spPr>
          <a:xfrm flipH="1">
            <a:off x="10712090" y="3812903"/>
            <a:ext cx="2256901" cy="1"/>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FDA5DB99-47D5-3D93-18C5-D8AB7276CDA6}"/>
              </a:ext>
            </a:extLst>
          </p:cNvPr>
          <p:cNvCxnSpPr>
            <a:cxnSpLocks/>
            <a:stCxn id="108" idx="1"/>
            <a:endCxn id="64" idx="3"/>
          </p:cNvCxnSpPr>
          <p:nvPr/>
        </p:nvCxnSpPr>
        <p:spPr>
          <a:xfrm flipH="1">
            <a:off x="5551962" y="3812904"/>
            <a:ext cx="1916299"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34F4C07F-663C-31C2-4CD7-69641F26E564}"/>
              </a:ext>
            </a:extLst>
          </p:cNvPr>
          <p:cNvCxnSpPr>
            <a:cxnSpLocks/>
            <a:stCxn id="130" idx="1"/>
            <a:endCxn id="108" idx="3"/>
          </p:cNvCxnSpPr>
          <p:nvPr/>
        </p:nvCxnSpPr>
        <p:spPr>
          <a:xfrm flipH="1">
            <a:off x="8700709" y="3812904"/>
            <a:ext cx="778933"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D1436729-2980-0096-7259-9B236E5C264C}"/>
              </a:ext>
            </a:extLst>
          </p:cNvPr>
          <p:cNvCxnSpPr>
            <a:cxnSpLocks/>
            <a:stCxn id="64" idx="1"/>
            <a:endCxn id="57" idx="3"/>
          </p:cNvCxnSpPr>
          <p:nvPr/>
        </p:nvCxnSpPr>
        <p:spPr>
          <a:xfrm flipH="1">
            <a:off x="4004147" y="3812904"/>
            <a:ext cx="315367" cy="0"/>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1CDDFC97-9816-F953-8E2C-B571B76B2DD9}"/>
              </a:ext>
            </a:extLst>
          </p:cNvPr>
          <p:cNvCxnSpPr>
            <a:cxnSpLocks/>
            <a:endCxn id="63" idx="2"/>
          </p:cNvCxnSpPr>
          <p:nvPr/>
        </p:nvCxnSpPr>
        <p:spPr>
          <a:xfrm flipV="1">
            <a:off x="3671755" y="3390479"/>
            <a:ext cx="0" cy="144688"/>
          </a:xfrm>
          <a:prstGeom prst="straightConnector1">
            <a:avLst/>
          </a:prstGeom>
          <a:ln w="28575">
            <a:solidFill>
              <a:srgbClr val="D7E9FF"/>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503C846-2CE2-64DC-979C-EE8A430D8907}"/>
              </a:ext>
            </a:extLst>
          </p:cNvPr>
          <p:cNvCxnSpPr/>
          <p:nvPr/>
        </p:nvCxnSpPr>
        <p:spPr>
          <a:xfrm>
            <a:off x="4133380" y="7688327"/>
            <a:ext cx="7029920" cy="0"/>
          </a:xfrm>
          <a:prstGeom prst="line">
            <a:avLst/>
          </a:prstGeom>
        </p:spPr>
        <p:style>
          <a:lnRef idx="1">
            <a:schemeClr val="accent1"/>
          </a:lnRef>
          <a:fillRef idx="0">
            <a:schemeClr val="accent1"/>
          </a:fillRef>
          <a:effectRef idx="0">
            <a:schemeClr val="accent1"/>
          </a:effectRef>
          <a:fontRef idx="minor">
            <a:schemeClr val="tx1"/>
          </a:fontRef>
        </p:style>
      </p:cxnSp>
      <p:sp>
        <p:nvSpPr>
          <p:cNvPr id="176" name="TextBox 175">
            <a:extLst>
              <a:ext uri="{FF2B5EF4-FFF2-40B4-BE49-F238E27FC236}">
                <a16:creationId xmlns:a16="http://schemas.microsoft.com/office/drawing/2014/main" id="{78DB136E-ACEE-72C3-ED5C-9869FA854650}"/>
              </a:ext>
            </a:extLst>
          </p:cNvPr>
          <p:cNvSpPr txBox="1"/>
          <p:nvPr/>
        </p:nvSpPr>
        <p:spPr>
          <a:xfrm>
            <a:off x="11366500" y="7701027"/>
            <a:ext cx="2425700" cy="461665"/>
          </a:xfrm>
          <a:prstGeom prst="rect">
            <a:avLst/>
          </a:prstGeom>
          <a:noFill/>
        </p:spPr>
        <p:txBody>
          <a:bodyPr wrap="square" rtlCol="0">
            <a:spAutoFit/>
          </a:bodyPr>
          <a:lstStyle/>
          <a:p>
            <a:r>
              <a:rPr lang="en-US" sz="1200"/>
              <a:t>Note: FSL user would behave similarly as 3PL user</a:t>
            </a:r>
          </a:p>
        </p:txBody>
      </p:sp>
    </p:spTree>
    <p:extLst>
      <p:ext uri="{BB962C8B-B14F-4D97-AF65-F5344CB8AC3E}">
        <p14:creationId xmlns:p14="http://schemas.microsoft.com/office/powerpoint/2010/main" val="1071123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par>
                                <p:cTn id="18" presetID="10" presetClass="entr" presetSubtype="0" fill="hold"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500"/>
                                        <p:tgtEl>
                                          <p:spTgt spid="5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animEffect transition="in" filter="fade">
                                      <p:cBhvr>
                                        <p:cTn id="29" dur="500"/>
                                        <p:tgtEl>
                                          <p:spTgt spid="65"/>
                                        </p:tgtEl>
                                      </p:cBhvr>
                                    </p:animEffect>
                                  </p:childTnLst>
                                </p:cTn>
                              </p:par>
                              <p:par>
                                <p:cTn id="30" presetID="10" presetClass="entr" presetSubtype="0" fill="hold" nodeType="withEffect">
                                  <p:stCondLst>
                                    <p:cond delay="0"/>
                                  </p:stCondLst>
                                  <p:childTnLst>
                                    <p:set>
                                      <p:cBhvr>
                                        <p:cTn id="31" dur="1" fill="hold">
                                          <p:stCondLst>
                                            <p:cond delay="0"/>
                                          </p:stCondLst>
                                        </p:cTn>
                                        <p:tgtEl>
                                          <p:spTgt spid="119"/>
                                        </p:tgtEl>
                                        <p:attrNameLst>
                                          <p:attrName>style.visibility</p:attrName>
                                        </p:attrNameLst>
                                      </p:cBhvr>
                                      <p:to>
                                        <p:strVal val="visible"/>
                                      </p:to>
                                    </p:set>
                                    <p:animEffect transition="in" filter="fade">
                                      <p:cBhvr>
                                        <p:cTn id="32" dur="500"/>
                                        <p:tgtEl>
                                          <p:spTgt spid="1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2"/>
                                        </p:tgtEl>
                                        <p:attrNameLst>
                                          <p:attrName>style.visibility</p:attrName>
                                        </p:attrNameLst>
                                      </p:cBhvr>
                                      <p:to>
                                        <p:strVal val="visible"/>
                                      </p:to>
                                    </p:set>
                                    <p:animEffect transition="in" filter="fade">
                                      <p:cBhvr>
                                        <p:cTn id="35" dur="500"/>
                                        <p:tgtEl>
                                          <p:spTgt spid="8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fade">
                                      <p:cBhvr>
                                        <p:cTn id="40" dur="500"/>
                                        <p:tgtEl>
                                          <p:spTgt spid="7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500"/>
                                        <p:tgtEl>
                                          <p:spTgt spid="6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3"/>
                                        </p:tgtEl>
                                        <p:attrNameLst>
                                          <p:attrName>style.visibility</p:attrName>
                                        </p:attrNameLst>
                                      </p:cBhvr>
                                      <p:to>
                                        <p:strVal val="visible"/>
                                      </p:to>
                                    </p:set>
                                    <p:animEffect transition="in" filter="fade">
                                      <p:cBhvr>
                                        <p:cTn id="48" dur="500"/>
                                        <p:tgtEl>
                                          <p:spTgt spid="8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animEffect transition="in" filter="fade">
                                      <p:cBhvr>
                                        <p:cTn id="51" dur="500"/>
                                        <p:tgtEl>
                                          <p:spTgt spid="81"/>
                                        </p:tgtEl>
                                      </p:cBhvr>
                                    </p:animEffect>
                                  </p:childTnLst>
                                </p:cTn>
                              </p:par>
                              <p:par>
                                <p:cTn id="52" presetID="10" presetClass="entr" presetSubtype="0" fill="hold" nodeType="withEffect">
                                  <p:stCondLst>
                                    <p:cond delay="0"/>
                                  </p:stCondLst>
                                  <p:childTnLst>
                                    <p:set>
                                      <p:cBhvr>
                                        <p:cTn id="53" dur="1" fill="hold">
                                          <p:stCondLst>
                                            <p:cond delay="0"/>
                                          </p:stCondLst>
                                        </p:cTn>
                                        <p:tgtEl>
                                          <p:spTgt spid="84"/>
                                        </p:tgtEl>
                                        <p:attrNameLst>
                                          <p:attrName>style.visibility</p:attrName>
                                        </p:attrNameLst>
                                      </p:cBhvr>
                                      <p:to>
                                        <p:strVal val="visible"/>
                                      </p:to>
                                    </p:set>
                                    <p:animEffect transition="in" filter="fade">
                                      <p:cBhvr>
                                        <p:cTn id="54" dur="500"/>
                                        <p:tgtEl>
                                          <p:spTgt spid="8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00"/>
                                        </p:tgtEl>
                                        <p:attrNameLst>
                                          <p:attrName>style.visibility</p:attrName>
                                        </p:attrNameLst>
                                      </p:cBhvr>
                                      <p:to>
                                        <p:strVal val="visible"/>
                                      </p:to>
                                    </p:set>
                                    <p:animEffect transition="in" filter="fade">
                                      <p:cBhvr>
                                        <p:cTn id="59" dur="500"/>
                                        <p:tgtEl>
                                          <p:spTgt spid="10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4"/>
                                        </p:tgtEl>
                                        <p:attrNameLst>
                                          <p:attrName>style.visibility</p:attrName>
                                        </p:attrNameLst>
                                      </p:cBhvr>
                                      <p:to>
                                        <p:strVal val="visible"/>
                                      </p:to>
                                    </p:set>
                                    <p:animEffect transition="in" filter="fade">
                                      <p:cBhvr>
                                        <p:cTn id="62" dur="500"/>
                                        <p:tgtEl>
                                          <p:spTgt spid="9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fade">
                                      <p:cBhvr>
                                        <p:cTn id="67" dur="500"/>
                                        <p:tgtEl>
                                          <p:spTgt spid="7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08"/>
                                        </p:tgtEl>
                                        <p:attrNameLst>
                                          <p:attrName>style.visibility</p:attrName>
                                        </p:attrNameLst>
                                      </p:cBhvr>
                                      <p:to>
                                        <p:strVal val="visible"/>
                                      </p:to>
                                    </p:set>
                                    <p:animEffect transition="in" filter="fade">
                                      <p:cBhvr>
                                        <p:cTn id="70" dur="500"/>
                                        <p:tgtEl>
                                          <p:spTgt spid="108"/>
                                        </p:tgtEl>
                                      </p:cBhvr>
                                    </p:animEffect>
                                  </p:childTnLst>
                                </p:cTn>
                              </p:par>
                              <p:par>
                                <p:cTn id="71" presetID="10" presetClass="entr" presetSubtype="0" fill="hold" nodeType="withEffect">
                                  <p:stCondLst>
                                    <p:cond delay="0"/>
                                  </p:stCondLst>
                                  <p:childTnLst>
                                    <p:set>
                                      <p:cBhvr>
                                        <p:cTn id="72" dur="1" fill="hold">
                                          <p:stCondLst>
                                            <p:cond delay="0"/>
                                          </p:stCondLst>
                                        </p:cTn>
                                        <p:tgtEl>
                                          <p:spTgt spid="116"/>
                                        </p:tgtEl>
                                        <p:attrNameLst>
                                          <p:attrName>style.visibility</p:attrName>
                                        </p:attrNameLst>
                                      </p:cBhvr>
                                      <p:to>
                                        <p:strVal val="visible"/>
                                      </p:to>
                                    </p:set>
                                    <p:animEffect transition="in" filter="fade">
                                      <p:cBhvr>
                                        <p:cTn id="73" dur="500"/>
                                        <p:tgtEl>
                                          <p:spTgt spid="11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01"/>
                                        </p:tgtEl>
                                        <p:attrNameLst>
                                          <p:attrName>style.visibility</p:attrName>
                                        </p:attrNameLst>
                                      </p:cBhvr>
                                      <p:to>
                                        <p:strVal val="visible"/>
                                      </p:to>
                                    </p:set>
                                    <p:animEffect transition="in" filter="fade">
                                      <p:cBhvr>
                                        <p:cTn id="81" dur="500"/>
                                        <p:tgtEl>
                                          <p:spTgt spid="101"/>
                                        </p:tgtEl>
                                      </p:cBhvr>
                                    </p:animEffect>
                                  </p:childTnLst>
                                </p:cTn>
                              </p:par>
                              <p:par>
                                <p:cTn id="82" presetID="10" presetClass="entr" presetSubtype="0" fill="hold" nodeType="withEffect">
                                  <p:stCondLst>
                                    <p:cond delay="0"/>
                                  </p:stCondLst>
                                  <p:childTnLst>
                                    <p:set>
                                      <p:cBhvr>
                                        <p:cTn id="83" dur="1" fill="hold">
                                          <p:stCondLst>
                                            <p:cond delay="0"/>
                                          </p:stCondLst>
                                        </p:cTn>
                                        <p:tgtEl>
                                          <p:spTgt spid="92"/>
                                        </p:tgtEl>
                                        <p:attrNameLst>
                                          <p:attrName>style.visibility</p:attrName>
                                        </p:attrNameLst>
                                      </p:cBhvr>
                                      <p:to>
                                        <p:strVal val="visible"/>
                                      </p:to>
                                    </p:set>
                                    <p:animEffect transition="in" filter="fade">
                                      <p:cBhvr>
                                        <p:cTn id="84" dur="500"/>
                                        <p:tgtEl>
                                          <p:spTgt spid="9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30"/>
                                        </p:tgtEl>
                                        <p:attrNameLst>
                                          <p:attrName>style.visibility</p:attrName>
                                        </p:attrNameLst>
                                      </p:cBhvr>
                                      <p:to>
                                        <p:strVal val="visible"/>
                                      </p:to>
                                    </p:set>
                                    <p:animEffect transition="in" filter="fade">
                                      <p:cBhvr>
                                        <p:cTn id="87" dur="500"/>
                                        <p:tgtEl>
                                          <p:spTgt spid="1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89"/>
                                        </p:tgtEl>
                                        <p:attrNameLst>
                                          <p:attrName>style.visibility</p:attrName>
                                        </p:attrNameLst>
                                      </p:cBhvr>
                                      <p:to>
                                        <p:strVal val="visible"/>
                                      </p:to>
                                    </p:set>
                                    <p:animEffect transition="in" filter="fade">
                                      <p:cBhvr>
                                        <p:cTn id="90" dur="500"/>
                                        <p:tgtEl>
                                          <p:spTgt spid="8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fade">
                                      <p:cBhvr>
                                        <p:cTn id="93" dur="500"/>
                                        <p:tgtEl>
                                          <p:spTgt spid="90"/>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99"/>
                                        </p:tgtEl>
                                        <p:attrNameLst>
                                          <p:attrName>style.visibility</p:attrName>
                                        </p:attrNameLst>
                                      </p:cBhvr>
                                      <p:to>
                                        <p:strVal val="visible"/>
                                      </p:to>
                                    </p:set>
                                    <p:animEffect transition="in" filter="fade">
                                      <p:cBhvr>
                                        <p:cTn id="98" dur="500"/>
                                        <p:tgtEl>
                                          <p:spTgt spid="9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98"/>
                                        </p:tgtEl>
                                        <p:attrNameLst>
                                          <p:attrName>style.visibility</p:attrName>
                                        </p:attrNameLst>
                                      </p:cBhvr>
                                      <p:to>
                                        <p:strVal val="visible"/>
                                      </p:to>
                                    </p:set>
                                    <p:animEffect transition="in" filter="fade">
                                      <p:cBhvr>
                                        <p:cTn id="101" dur="500"/>
                                        <p:tgtEl>
                                          <p:spTgt spid="9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88"/>
                                        </p:tgtEl>
                                        <p:attrNameLst>
                                          <p:attrName>style.visibility</p:attrName>
                                        </p:attrNameLst>
                                      </p:cBhvr>
                                      <p:to>
                                        <p:strVal val="visible"/>
                                      </p:to>
                                    </p:set>
                                    <p:animEffect transition="in" filter="fade">
                                      <p:cBhvr>
                                        <p:cTn id="106" dur="500"/>
                                        <p:tgtEl>
                                          <p:spTgt spid="8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32"/>
                                        </p:tgtEl>
                                        <p:attrNameLst>
                                          <p:attrName>style.visibility</p:attrName>
                                        </p:attrNameLst>
                                      </p:cBhvr>
                                      <p:to>
                                        <p:strVal val="visible"/>
                                      </p:to>
                                    </p:set>
                                    <p:animEffect transition="in" filter="fade">
                                      <p:cBhvr>
                                        <p:cTn id="109" dur="500"/>
                                        <p:tgtEl>
                                          <p:spTgt spid="132"/>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135"/>
                                        </p:tgtEl>
                                        <p:attrNameLst>
                                          <p:attrName>style.visibility</p:attrName>
                                        </p:attrNameLst>
                                      </p:cBhvr>
                                      <p:to>
                                        <p:strVal val="visible"/>
                                      </p:to>
                                    </p:set>
                                    <p:animEffect transition="in" filter="fade">
                                      <p:cBhvr>
                                        <p:cTn id="114" dur="500"/>
                                        <p:tgtEl>
                                          <p:spTgt spid="135"/>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33"/>
                                        </p:tgtEl>
                                        <p:attrNameLst>
                                          <p:attrName>style.visibility</p:attrName>
                                        </p:attrNameLst>
                                      </p:cBhvr>
                                      <p:to>
                                        <p:strVal val="visible"/>
                                      </p:to>
                                    </p:set>
                                    <p:animEffect transition="in" filter="fade">
                                      <p:cBhvr>
                                        <p:cTn id="117" dur="500"/>
                                        <p:tgtEl>
                                          <p:spTgt spid="133"/>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34"/>
                                        </p:tgtEl>
                                        <p:attrNameLst>
                                          <p:attrName>style.visibility</p:attrName>
                                        </p:attrNameLst>
                                      </p:cBhvr>
                                      <p:to>
                                        <p:strVal val="visible"/>
                                      </p:to>
                                    </p:set>
                                    <p:animEffect transition="in" filter="fade">
                                      <p:cBhvr>
                                        <p:cTn id="122" dur="500"/>
                                        <p:tgtEl>
                                          <p:spTgt spid="134"/>
                                        </p:tgtEl>
                                      </p:cBhvr>
                                    </p:animEffect>
                                  </p:childTnLst>
                                </p:cTn>
                              </p:par>
                              <p:par>
                                <p:cTn id="123" presetID="10" presetClass="entr" presetSubtype="0" fill="hold" nodeType="withEffect">
                                  <p:stCondLst>
                                    <p:cond delay="0"/>
                                  </p:stCondLst>
                                  <p:childTnLst>
                                    <p:set>
                                      <p:cBhvr>
                                        <p:cTn id="124" dur="1" fill="hold">
                                          <p:stCondLst>
                                            <p:cond delay="0"/>
                                          </p:stCondLst>
                                        </p:cTn>
                                        <p:tgtEl>
                                          <p:spTgt spid="141"/>
                                        </p:tgtEl>
                                        <p:attrNameLst>
                                          <p:attrName>style.visibility</p:attrName>
                                        </p:attrNameLst>
                                      </p:cBhvr>
                                      <p:to>
                                        <p:strVal val="visible"/>
                                      </p:to>
                                    </p:set>
                                    <p:animEffect transition="in" filter="fade">
                                      <p:cBhvr>
                                        <p:cTn id="125" dur="500"/>
                                        <p:tgtEl>
                                          <p:spTgt spid="141"/>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146"/>
                                        </p:tgtEl>
                                        <p:attrNameLst>
                                          <p:attrName>style.visibility</p:attrName>
                                        </p:attrNameLst>
                                      </p:cBhvr>
                                      <p:to>
                                        <p:strVal val="visible"/>
                                      </p:to>
                                    </p:set>
                                    <p:animEffect transition="in" filter="fade">
                                      <p:cBhvr>
                                        <p:cTn id="130" dur="500"/>
                                        <p:tgtEl>
                                          <p:spTgt spid="146"/>
                                        </p:tgtEl>
                                      </p:cBhvr>
                                    </p:animEffect>
                                  </p:childTnLst>
                                </p:cTn>
                              </p:par>
                              <p:par>
                                <p:cTn id="131" presetID="10" presetClass="entr" presetSubtype="0" fill="hold" nodeType="withEffect">
                                  <p:stCondLst>
                                    <p:cond delay="0"/>
                                  </p:stCondLst>
                                  <p:childTnLst>
                                    <p:set>
                                      <p:cBhvr>
                                        <p:cTn id="132" dur="1" fill="hold">
                                          <p:stCondLst>
                                            <p:cond delay="0"/>
                                          </p:stCondLst>
                                        </p:cTn>
                                        <p:tgtEl>
                                          <p:spTgt spid="104"/>
                                        </p:tgtEl>
                                        <p:attrNameLst>
                                          <p:attrName>style.visibility</p:attrName>
                                        </p:attrNameLst>
                                      </p:cBhvr>
                                      <p:to>
                                        <p:strVal val="visible"/>
                                      </p:to>
                                    </p:set>
                                    <p:animEffect transition="in" filter="fade">
                                      <p:cBhvr>
                                        <p:cTn id="133" dur="500"/>
                                        <p:tgtEl>
                                          <p:spTgt spid="10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48"/>
                                        </p:tgtEl>
                                        <p:attrNameLst>
                                          <p:attrName>style.visibility</p:attrName>
                                        </p:attrNameLst>
                                      </p:cBhvr>
                                      <p:to>
                                        <p:strVal val="visible"/>
                                      </p:to>
                                    </p:set>
                                    <p:animEffect transition="in" filter="fade">
                                      <p:cBhvr>
                                        <p:cTn id="136" dur="500"/>
                                        <p:tgtEl>
                                          <p:spTgt spid="148"/>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172"/>
                                        </p:tgtEl>
                                        <p:attrNameLst>
                                          <p:attrName>style.visibility</p:attrName>
                                        </p:attrNameLst>
                                      </p:cBhvr>
                                      <p:to>
                                        <p:strVal val="visible"/>
                                      </p:to>
                                    </p:set>
                                    <p:animEffect transition="in" filter="fade">
                                      <p:cBhvr>
                                        <p:cTn id="141" dur="500"/>
                                        <p:tgtEl>
                                          <p:spTgt spid="172"/>
                                        </p:tgtEl>
                                      </p:cBhvr>
                                    </p:animEffect>
                                  </p:childTnLst>
                                </p:cTn>
                              </p:par>
                              <p:par>
                                <p:cTn id="142" presetID="10" presetClass="entr" presetSubtype="0" fill="hold" nodeType="withEffect">
                                  <p:stCondLst>
                                    <p:cond delay="0"/>
                                  </p:stCondLst>
                                  <p:childTnLst>
                                    <p:set>
                                      <p:cBhvr>
                                        <p:cTn id="143" dur="1" fill="hold">
                                          <p:stCondLst>
                                            <p:cond delay="0"/>
                                          </p:stCondLst>
                                        </p:cTn>
                                        <p:tgtEl>
                                          <p:spTgt spid="169"/>
                                        </p:tgtEl>
                                        <p:attrNameLst>
                                          <p:attrName>style.visibility</p:attrName>
                                        </p:attrNameLst>
                                      </p:cBhvr>
                                      <p:to>
                                        <p:strVal val="visible"/>
                                      </p:to>
                                    </p:set>
                                    <p:animEffect transition="in" filter="fade">
                                      <p:cBhvr>
                                        <p:cTn id="144" dur="500"/>
                                        <p:tgtEl>
                                          <p:spTgt spid="169"/>
                                        </p:tgtEl>
                                      </p:cBhvr>
                                    </p:animEffect>
                                  </p:childTnLst>
                                </p:cTn>
                              </p:par>
                              <p:par>
                                <p:cTn id="145" presetID="10" presetClass="entr" presetSubtype="0" fill="hold" nodeType="withEffect">
                                  <p:stCondLst>
                                    <p:cond delay="0"/>
                                  </p:stCondLst>
                                  <p:childTnLst>
                                    <p:set>
                                      <p:cBhvr>
                                        <p:cTn id="146" dur="1" fill="hold">
                                          <p:stCondLst>
                                            <p:cond delay="0"/>
                                          </p:stCondLst>
                                        </p:cTn>
                                        <p:tgtEl>
                                          <p:spTgt spid="163"/>
                                        </p:tgtEl>
                                        <p:attrNameLst>
                                          <p:attrName>style.visibility</p:attrName>
                                        </p:attrNameLst>
                                      </p:cBhvr>
                                      <p:to>
                                        <p:strVal val="visible"/>
                                      </p:to>
                                    </p:set>
                                    <p:animEffect transition="in" filter="fade">
                                      <p:cBhvr>
                                        <p:cTn id="147" dur="500"/>
                                        <p:tgtEl>
                                          <p:spTgt spid="163"/>
                                        </p:tgtEl>
                                      </p:cBhvr>
                                    </p:animEffect>
                                  </p:childTnLst>
                                </p:cTn>
                              </p:par>
                              <p:par>
                                <p:cTn id="148" presetID="10" presetClass="entr" presetSubtype="0" fill="hold" nodeType="withEffect">
                                  <p:stCondLst>
                                    <p:cond delay="0"/>
                                  </p:stCondLst>
                                  <p:childTnLst>
                                    <p:set>
                                      <p:cBhvr>
                                        <p:cTn id="149" dur="1" fill="hold">
                                          <p:stCondLst>
                                            <p:cond delay="0"/>
                                          </p:stCondLst>
                                        </p:cTn>
                                        <p:tgtEl>
                                          <p:spTgt spid="166"/>
                                        </p:tgtEl>
                                        <p:attrNameLst>
                                          <p:attrName>style.visibility</p:attrName>
                                        </p:attrNameLst>
                                      </p:cBhvr>
                                      <p:to>
                                        <p:strVal val="visible"/>
                                      </p:to>
                                    </p:set>
                                    <p:animEffect transition="in" filter="fade">
                                      <p:cBhvr>
                                        <p:cTn id="150" dur="500"/>
                                        <p:tgtEl>
                                          <p:spTgt spid="166"/>
                                        </p:tgtEl>
                                      </p:cBhvr>
                                    </p:animEffect>
                                  </p:childTnLst>
                                </p:cTn>
                              </p:par>
                              <p:par>
                                <p:cTn id="151" presetID="10" presetClass="entr" presetSubtype="0" fill="hold" nodeType="withEffect">
                                  <p:stCondLst>
                                    <p:cond delay="0"/>
                                  </p:stCondLst>
                                  <p:childTnLst>
                                    <p:set>
                                      <p:cBhvr>
                                        <p:cTn id="152" dur="1" fill="hold">
                                          <p:stCondLst>
                                            <p:cond delay="0"/>
                                          </p:stCondLst>
                                        </p:cTn>
                                        <p:tgtEl>
                                          <p:spTgt spid="160"/>
                                        </p:tgtEl>
                                        <p:attrNameLst>
                                          <p:attrName>style.visibility</p:attrName>
                                        </p:attrNameLst>
                                      </p:cBhvr>
                                      <p:to>
                                        <p:strVal val="visible"/>
                                      </p:to>
                                    </p:set>
                                    <p:animEffect transition="in" filter="fade">
                                      <p:cBhvr>
                                        <p:cTn id="153" dur="500"/>
                                        <p:tgtEl>
                                          <p:spTgt spid="160"/>
                                        </p:tgtEl>
                                      </p:cBhvr>
                                    </p:animEffect>
                                  </p:childTnLst>
                                </p:cTn>
                              </p:par>
                              <p:par>
                                <p:cTn id="154" presetID="10" presetClass="entr" presetSubtype="0" fill="hold" nodeType="withEffect">
                                  <p:stCondLst>
                                    <p:cond delay="0"/>
                                  </p:stCondLst>
                                  <p:childTnLst>
                                    <p:set>
                                      <p:cBhvr>
                                        <p:cTn id="155" dur="1" fill="hold">
                                          <p:stCondLst>
                                            <p:cond delay="0"/>
                                          </p:stCondLst>
                                        </p:cTn>
                                        <p:tgtEl>
                                          <p:spTgt spid="107"/>
                                        </p:tgtEl>
                                        <p:attrNameLst>
                                          <p:attrName>style.visibility</p:attrName>
                                        </p:attrNameLst>
                                      </p:cBhvr>
                                      <p:to>
                                        <p:strVal val="visible"/>
                                      </p:to>
                                    </p:set>
                                    <p:animEffect transition="in" filter="fade">
                                      <p:cBhvr>
                                        <p:cTn id="156" dur="500"/>
                                        <p:tgtEl>
                                          <p:spTgt spid="10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106"/>
                                        </p:tgtEl>
                                        <p:attrNameLst>
                                          <p:attrName>style.visibility</p:attrName>
                                        </p:attrNameLst>
                                      </p:cBhvr>
                                      <p:to>
                                        <p:strVal val="visible"/>
                                      </p:to>
                                    </p:set>
                                    <p:animEffect transition="in" filter="fade">
                                      <p:cBhvr>
                                        <p:cTn id="159"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5" grpId="0" animBg="1"/>
      <p:bldP spid="66" grpId="0" animBg="1"/>
      <p:bldP spid="82" grpId="0" animBg="1"/>
      <p:bldP spid="88" grpId="0" animBg="1"/>
      <p:bldP spid="89" grpId="0" animBg="1"/>
      <p:bldP spid="90" grpId="0" animBg="1"/>
      <p:bldP spid="98" grpId="0" animBg="1"/>
      <p:bldP spid="101" grpId="0" animBg="1"/>
      <p:bldP spid="106" grpId="0" animBg="1"/>
      <p:bldP spid="57" grpId="0" animBg="1"/>
      <p:bldP spid="62" grpId="0" animBg="1"/>
      <p:bldP spid="63" grpId="0" animBg="1"/>
      <p:bldP spid="64" grpId="0" animBg="1"/>
      <p:bldP spid="81" grpId="0" animBg="1"/>
      <p:bldP spid="94" grpId="0" animBg="1"/>
      <p:bldP spid="108" grpId="0" animBg="1"/>
      <p:bldP spid="130" grpId="0" animBg="1"/>
      <p:bldP spid="132" grpId="0" animBg="1"/>
      <p:bldP spid="133" grpId="0" animBg="1"/>
      <p:bldP spid="146" grpId="0" animBg="1"/>
      <p:bldP spid="14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5950E-9D78-33FA-DE0D-C8BAA6F3E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94C5C-133B-584D-3833-F51450A4C1E0}"/>
              </a:ext>
            </a:extLst>
          </p:cNvPr>
          <p:cNvSpPr>
            <a:spLocks noGrp="1"/>
          </p:cNvSpPr>
          <p:nvPr>
            <p:ph type="ctrTitle"/>
          </p:nvPr>
        </p:nvSpPr>
        <p:spPr/>
        <p:txBody>
          <a:bodyPr/>
          <a:lstStyle/>
          <a:p>
            <a:pPr lvl="0">
              <a:lnSpc>
                <a:spcPct val="100000"/>
              </a:lnSpc>
              <a:spcBef>
                <a:spcPts val="0"/>
              </a:spcBef>
              <a:defRPr/>
            </a:pPr>
            <a:r>
              <a:rPr lang="en-US" sz="8800"/>
              <a:t>Planning &amp; MD</a:t>
            </a:r>
          </a:p>
        </p:txBody>
      </p:sp>
      <p:sp>
        <p:nvSpPr>
          <p:cNvPr id="3" name="Subtitle 2">
            <a:extLst>
              <a:ext uri="{FF2B5EF4-FFF2-40B4-BE49-F238E27FC236}">
                <a16:creationId xmlns:a16="http://schemas.microsoft.com/office/drawing/2014/main" id="{193A7E84-2DB9-B2B0-70FF-2ED6422E3DCD}"/>
              </a:ext>
            </a:extLst>
          </p:cNvPr>
          <p:cNvSpPr>
            <a:spLocks noGrp="1"/>
          </p:cNvSpPr>
          <p:nvPr>
            <p:ph type="subTitle" idx="1"/>
          </p:nvPr>
        </p:nvSpPr>
        <p:spPr/>
        <p:txBody>
          <a:bodyPr/>
          <a:lstStyle/>
          <a:p>
            <a:endParaRPr lang="en-AT"/>
          </a:p>
        </p:txBody>
      </p:sp>
    </p:spTree>
    <p:extLst>
      <p:ext uri="{BB962C8B-B14F-4D97-AF65-F5344CB8AC3E}">
        <p14:creationId xmlns:p14="http://schemas.microsoft.com/office/powerpoint/2010/main" val="1552933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BBAD-ADA9-3504-807E-7087D2BA9DEA}"/>
              </a:ext>
            </a:extLst>
          </p:cNvPr>
          <p:cNvSpPr>
            <a:spLocks noGrp="1"/>
          </p:cNvSpPr>
          <p:nvPr>
            <p:ph type="title"/>
          </p:nvPr>
        </p:nvSpPr>
        <p:spPr/>
        <p:txBody>
          <a:bodyPr/>
          <a:lstStyle/>
          <a:p>
            <a:r>
              <a:rPr lang="en-US"/>
              <a:t>Supply Planning with e2open</a:t>
            </a:r>
          </a:p>
        </p:txBody>
      </p:sp>
      <p:sp>
        <p:nvSpPr>
          <p:cNvPr id="3" name="TextBox 2">
            <a:extLst>
              <a:ext uri="{FF2B5EF4-FFF2-40B4-BE49-F238E27FC236}">
                <a16:creationId xmlns:a16="http://schemas.microsoft.com/office/drawing/2014/main" id="{4229CBBD-103A-5585-2921-82470DF56AA1}"/>
              </a:ext>
            </a:extLst>
          </p:cNvPr>
          <p:cNvSpPr txBox="1"/>
          <p:nvPr/>
        </p:nvSpPr>
        <p:spPr>
          <a:xfrm>
            <a:off x="1158239" y="2225040"/>
            <a:ext cx="13229093" cy="4678204"/>
          </a:xfrm>
          <a:prstGeom prst="rect">
            <a:avLst/>
          </a:prstGeom>
          <a:noFill/>
        </p:spPr>
        <p:txBody>
          <a:bodyPr wrap="square" rtlCol="0">
            <a:spAutoFit/>
          </a:bodyPr>
          <a:lstStyle/>
          <a:p>
            <a:pPr marL="571500" indent="-571500">
              <a:buFont typeface="Arial" panose="020B0604020202020204" pitchFamily="34" charset="0"/>
              <a:buChar char="•"/>
            </a:pPr>
            <a:r>
              <a:rPr lang="en-US" sz="4000" dirty="0"/>
              <a:t>Building the foundations for TERMINAL-DISTRIBUTOR + e2open planning</a:t>
            </a:r>
          </a:p>
          <a:p>
            <a:pPr marL="571500" indent="-571500">
              <a:buFont typeface="Arial" panose="020B0604020202020204" pitchFamily="34" charset="0"/>
              <a:buChar char="•"/>
            </a:pPr>
            <a:r>
              <a:rPr lang="en-US" sz="4000" dirty="0"/>
              <a:t>Data requirements for optimal planning</a:t>
            </a:r>
          </a:p>
          <a:p>
            <a:pPr marL="571500" indent="-571500">
              <a:buFont typeface="Arial" panose="020B0604020202020204" pitchFamily="34" charset="0"/>
              <a:buChar char="•"/>
            </a:pPr>
            <a:r>
              <a:rPr lang="en-US" sz="4000" dirty="0"/>
              <a:t>Understanding your data</a:t>
            </a:r>
          </a:p>
          <a:p>
            <a:pPr marL="571500" indent="-571500">
              <a:buFont typeface="Arial" panose="020B0604020202020204" pitchFamily="34" charset="0"/>
              <a:buChar char="•"/>
            </a:pPr>
            <a:r>
              <a:rPr lang="en-US" sz="4000" dirty="0"/>
              <a:t>TERMINAL-DISTRIBUTOR planning network</a:t>
            </a:r>
          </a:p>
          <a:p>
            <a:pPr marL="571500" indent="-571500">
              <a:buFont typeface="Arial" panose="020B0604020202020204" pitchFamily="34" charset="0"/>
              <a:buChar char="•"/>
            </a:pPr>
            <a:r>
              <a:rPr lang="en-US" sz="4000" dirty="0"/>
              <a:t>Data Gaps and Next Steps</a:t>
            </a:r>
          </a:p>
          <a:p>
            <a:pPr marL="571500" indent="-571500">
              <a:buFont typeface="Arial" panose="020B0604020202020204" pitchFamily="34" charset="0"/>
              <a:buChar char="•"/>
            </a:pPr>
            <a:r>
              <a:rPr lang="en-US" sz="4000" dirty="0"/>
              <a:t>Planning TERMINAL-DISTRIBUTOR data</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26709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0733C-83BB-73F8-F97E-8C26C58EB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41326-CD03-D960-DBFE-114BBD91EF47}"/>
              </a:ext>
            </a:extLst>
          </p:cNvPr>
          <p:cNvSpPr>
            <a:spLocks noGrp="1"/>
          </p:cNvSpPr>
          <p:nvPr>
            <p:ph type="title"/>
          </p:nvPr>
        </p:nvSpPr>
        <p:spPr/>
        <p:txBody>
          <a:bodyPr/>
          <a:lstStyle/>
          <a:p>
            <a:r>
              <a:rPr lang="en-US" sz="3600" dirty="0"/>
              <a:t>Building the foundations for TERMINAL-DISTRIBUTOR + e2open planning</a:t>
            </a:r>
          </a:p>
        </p:txBody>
      </p:sp>
      <p:sp>
        <p:nvSpPr>
          <p:cNvPr id="6" name="TextBox 5">
            <a:extLst>
              <a:ext uri="{FF2B5EF4-FFF2-40B4-BE49-F238E27FC236}">
                <a16:creationId xmlns:a16="http://schemas.microsoft.com/office/drawing/2014/main" id="{C80FD97F-7746-1FBA-FD50-CB0339031D08}"/>
              </a:ext>
            </a:extLst>
          </p:cNvPr>
          <p:cNvSpPr txBox="1"/>
          <p:nvPr/>
        </p:nvSpPr>
        <p:spPr>
          <a:xfrm>
            <a:off x="1545220" y="2000140"/>
            <a:ext cx="11539960" cy="5139869"/>
          </a:xfrm>
          <a:prstGeom prst="rect">
            <a:avLst/>
          </a:prstGeom>
          <a:noFill/>
        </p:spPr>
        <p:txBody>
          <a:bodyPr wrap="square">
            <a:spAutoFit/>
          </a:bodyPr>
          <a:lstStyle/>
          <a:p>
            <a:r>
              <a:rPr lang="en-US" sz="2800" b="1" dirty="0"/>
              <a:t>Our challenge</a:t>
            </a:r>
          </a:p>
          <a:p>
            <a:endParaRPr lang="en-US" sz="2800" b="1" dirty="0"/>
          </a:p>
          <a:p>
            <a:pPr marL="457200" indent="-457200">
              <a:buFont typeface="Arial" panose="020B0604020202020204" pitchFamily="34" charset="0"/>
              <a:buChar char="•"/>
            </a:pPr>
            <a:r>
              <a:rPr lang="en-US" sz="2800" dirty="0"/>
              <a:t>Show that e2open is the right planning platform for TERMINAL-DISTRIBUTOR’s growth</a:t>
            </a:r>
          </a:p>
          <a:p>
            <a:pPr marL="457200" indent="-457200">
              <a:buFont typeface="Arial" panose="020B0604020202020204" pitchFamily="34" charset="0"/>
              <a:buChar char="•"/>
            </a:pPr>
            <a:r>
              <a:rPr lang="en-US" sz="2800" dirty="0"/>
              <a:t>Show we understand TERMINAL-DISTRIBUTOR’s business, supply chain complexity, and operating reality</a:t>
            </a:r>
          </a:p>
          <a:p>
            <a:pPr marL="457200" indent="-457200">
              <a:buFont typeface="Arial" panose="020B0604020202020204" pitchFamily="34" charset="0"/>
              <a:buChar char="•"/>
            </a:pPr>
            <a:r>
              <a:rPr lang="en-US" sz="2800" dirty="0"/>
              <a:t>Show we can translate TERMINAL-DISTRIBUTOR’s data and requirements into a solid planning foundation</a:t>
            </a:r>
          </a:p>
          <a:p>
            <a:pPr marL="457200" indent="-457200">
              <a:buFont typeface="Arial" panose="020B0604020202020204" pitchFamily="34" charset="0"/>
              <a:buChar char="•"/>
            </a:pPr>
            <a:r>
              <a:rPr lang="en-US" sz="2800" dirty="0"/>
              <a:t>Show we can walk this planning journey together as needs evolve</a:t>
            </a:r>
          </a:p>
          <a:p>
            <a:pPr marL="457200" indent="-457200">
              <a:buFont typeface="Arial" panose="020B0604020202020204" pitchFamily="34" charset="0"/>
              <a:buChar char="•"/>
            </a:pPr>
            <a:endParaRPr lang="en-US" sz="2800" dirty="0"/>
          </a:p>
          <a:p>
            <a:endParaRPr lang="en-US" sz="2400" dirty="0"/>
          </a:p>
          <a:p>
            <a:r>
              <a:rPr lang="en-US" sz="2400" b="1" i="1" dirty="0"/>
              <a:t>But first… </a:t>
            </a:r>
            <a:r>
              <a:rPr lang="en-US" sz="2400" dirty="0"/>
              <a:t>any scalable supply planning journey starts with the right fundamentals.</a:t>
            </a:r>
          </a:p>
        </p:txBody>
      </p:sp>
    </p:spTree>
    <p:extLst>
      <p:ext uri="{BB962C8B-B14F-4D97-AF65-F5344CB8AC3E}">
        <p14:creationId xmlns:p14="http://schemas.microsoft.com/office/powerpoint/2010/main" val="1727255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A4D5D-CFCA-F51C-6A4E-7104BAAE0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B4A54-4349-5992-7D66-C19BB71A1F75}"/>
              </a:ext>
            </a:extLst>
          </p:cNvPr>
          <p:cNvSpPr>
            <a:spLocks noGrp="1"/>
          </p:cNvSpPr>
          <p:nvPr>
            <p:ph type="title"/>
          </p:nvPr>
        </p:nvSpPr>
        <p:spPr/>
        <p:txBody>
          <a:bodyPr/>
          <a:lstStyle/>
          <a:p>
            <a:r>
              <a:rPr lang="en-US" sz="3600" dirty="0"/>
              <a:t>Building the foundations for TERMINAL-DISTRIBUTOR + e2open planning</a:t>
            </a:r>
          </a:p>
        </p:txBody>
      </p:sp>
      <p:pic>
        <p:nvPicPr>
          <p:cNvPr id="3" name="Picture 2">
            <a:extLst>
              <a:ext uri="{FF2B5EF4-FFF2-40B4-BE49-F238E27FC236}">
                <a16:creationId xmlns:a16="http://schemas.microsoft.com/office/drawing/2014/main" id="{630582CD-4571-CBEF-AA20-4589869AE79D}"/>
              </a:ext>
            </a:extLst>
          </p:cNvPr>
          <p:cNvPicPr>
            <a:picLocks noChangeAspect="1"/>
          </p:cNvPicPr>
          <p:nvPr/>
        </p:nvPicPr>
        <p:blipFill>
          <a:blip r:embed="rId2"/>
          <a:stretch>
            <a:fillRect/>
          </a:stretch>
        </p:blipFill>
        <p:spPr>
          <a:xfrm>
            <a:off x="548640" y="1260300"/>
            <a:ext cx="11968480" cy="6969300"/>
          </a:xfrm>
          <a:prstGeom prst="rect">
            <a:avLst/>
          </a:prstGeom>
        </p:spPr>
      </p:pic>
      <p:sp>
        <p:nvSpPr>
          <p:cNvPr id="4" name="TextBox 3">
            <a:extLst>
              <a:ext uri="{FF2B5EF4-FFF2-40B4-BE49-F238E27FC236}">
                <a16:creationId xmlns:a16="http://schemas.microsoft.com/office/drawing/2014/main" id="{E068B0CB-AF1D-E544-B22D-A4868D271C76}"/>
              </a:ext>
            </a:extLst>
          </p:cNvPr>
          <p:cNvSpPr txBox="1"/>
          <p:nvPr/>
        </p:nvSpPr>
        <p:spPr>
          <a:xfrm>
            <a:off x="854161" y="7320451"/>
            <a:ext cx="341757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1">
                <a:cs typeface="Arial"/>
              </a:rPr>
              <a:t>*Brazil Network excluded for this demo</a:t>
            </a:r>
            <a:endParaRPr lang="en-US" sz="1400" b="1" i="1"/>
          </a:p>
        </p:txBody>
      </p:sp>
    </p:spTree>
    <p:extLst>
      <p:ext uri="{BB962C8B-B14F-4D97-AF65-F5344CB8AC3E}">
        <p14:creationId xmlns:p14="http://schemas.microsoft.com/office/powerpoint/2010/main" val="2818731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B3969-534C-6146-79B6-F6C44085F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448DA-52B7-A30D-F47B-83E13229710B}"/>
              </a:ext>
            </a:extLst>
          </p:cNvPr>
          <p:cNvSpPr>
            <a:spLocks noGrp="1"/>
          </p:cNvSpPr>
          <p:nvPr>
            <p:ph type="title"/>
          </p:nvPr>
        </p:nvSpPr>
        <p:spPr/>
        <p:txBody>
          <a:bodyPr/>
          <a:lstStyle/>
          <a:p>
            <a:r>
              <a:rPr lang="en-US"/>
              <a:t>Data requirements for optimal planning</a:t>
            </a:r>
          </a:p>
        </p:txBody>
      </p:sp>
      <p:sp>
        <p:nvSpPr>
          <p:cNvPr id="4" name="TextBox 3">
            <a:extLst>
              <a:ext uri="{FF2B5EF4-FFF2-40B4-BE49-F238E27FC236}">
                <a16:creationId xmlns:a16="http://schemas.microsoft.com/office/drawing/2014/main" id="{872D883E-E1D7-622C-3008-4A2835F308FD}"/>
              </a:ext>
            </a:extLst>
          </p:cNvPr>
          <p:cNvSpPr txBox="1"/>
          <p:nvPr/>
        </p:nvSpPr>
        <p:spPr>
          <a:xfrm>
            <a:off x="894080" y="1602086"/>
            <a:ext cx="10342880" cy="2585323"/>
          </a:xfrm>
          <a:prstGeom prst="rect">
            <a:avLst/>
          </a:prstGeom>
          <a:noFill/>
        </p:spPr>
        <p:txBody>
          <a:bodyPr wrap="square" rtlCol="0">
            <a:spAutoFit/>
          </a:bodyPr>
          <a:lstStyle/>
          <a:p>
            <a:pPr marL="285750" indent="-285750">
              <a:buFont typeface="Arial" panose="020B0604020202020204" pitchFamily="34" charset="0"/>
              <a:buChar char="•"/>
            </a:pPr>
            <a:r>
              <a:rPr lang="en-US" u="sng"/>
              <a:t>What </a:t>
            </a:r>
            <a:r>
              <a:rPr lang="en-US"/>
              <a:t>is being planned? → </a:t>
            </a:r>
            <a:r>
              <a:rPr lang="en-US" b="1"/>
              <a:t>Items</a:t>
            </a:r>
            <a:r>
              <a:rPr lang="en-US"/>
              <a:t> (terminals, accessories, components)</a:t>
            </a:r>
          </a:p>
          <a:p>
            <a:pPr marL="285750" indent="-285750">
              <a:buFont typeface="Arial" panose="020B0604020202020204" pitchFamily="34" charset="0"/>
              <a:buChar char="•"/>
            </a:pPr>
            <a:r>
              <a:rPr lang="en-US" u="sng"/>
              <a:t>Where</a:t>
            </a:r>
            <a:r>
              <a:rPr lang="en-US"/>
              <a:t> does it happen?: → </a:t>
            </a:r>
            <a:r>
              <a:rPr lang="en-US" b="1"/>
              <a:t>Item-Locations, Network </a:t>
            </a:r>
            <a:r>
              <a:rPr lang="en-US"/>
              <a:t>(warehouses, suppliers)</a:t>
            </a:r>
          </a:p>
          <a:p>
            <a:pPr marL="285750" indent="-285750">
              <a:buFont typeface="Arial" panose="020B0604020202020204" pitchFamily="34" charset="0"/>
              <a:buChar char="•"/>
            </a:pPr>
            <a:r>
              <a:rPr lang="en-US" u="sng"/>
              <a:t>How</a:t>
            </a:r>
            <a:r>
              <a:rPr lang="en-US"/>
              <a:t> does it get there?: → </a:t>
            </a:r>
            <a:r>
              <a:rPr lang="en-US" b="1"/>
              <a:t>Processes </a:t>
            </a:r>
            <a:r>
              <a:rPr lang="en-US"/>
              <a:t>(buy, kitting, transfer)</a:t>
            </a:r>
          </a:p>
          <a:p>
            <a:pPr marL="742950" lvl="1" indent="-285750">
              <a:buFont typeface="Arial" panose="020B0604020202020204" pitchFamily="34" charset="0"/>
              <a:buChar char="•"/>
            </a:pPr>
            <a:r>
              <a:rPr lang="en-US" u="sng"/>
              <a:t>How long </a:t>
            </a:r>
            <a:r>
              <a:rPr lang="en-US"/>
              <a:t>it takes?: → </a:t>
            </a:r>
            <a:r>
              <a:rPr lang="en-US" b="1"/>
              <a:t>Lead times</a:t>
            </a:r>
          </a:p>
          <a:p>
            <a:pPr marL="285750" indent="-285750">
              <a:buFont typeface="Arial" panose="020B0604020202020204" pitchFamily="34" charset="0"/>
              <a:buChar char="•"/>
            </a:pPr>
            <a:r>
              <a:rPr lang="en-US" u="sng"/>
              <a:t>How many</a:t>
            </a:r>
            <a:r>
              <a:rPr lang="en-US"/>
              <a:t> do we need?: → </a:t>
            </a:r>
            <a:r>
              <a:rPr lang="en-US" b="1"/>
              <a:t>Demand</a:t>
            </a:r>
          </a:p>
          <a:p>
            <a:pPr marL="285750" indent="-285750">
              <a:buFont typeface="Arial" panose="020B0604020202020204" pitchFamily="34" charset="0"/>
              <a:buChar char="•"/>
            </a:pPr>
            <a:r>
              <a:rPr lang="en-US" u="sng"/>
              <a:t>How much </a:t>
            </a:r>
            <a:r>
              <a:rPr lang="en-US"/>
              <a:t>do we have?: → </a:t>
            </a:r>
            <a:r>
              <a:rPr lang="en-US" b="1"/>
              <a:t>Supply</a:t>
            </a:r>
            <a:r>
              <a:rPr lang="en-US"/>
              <a:t> (Available, non available)</a:t>
            </a:r>
          </a:p>
          <a:p>
            <a:pPr marL="285750" indent="-285750">
              <a:buFont typeface="Arial" panose="020B0604020202020204" pitchFamily="34" charset="0"/>
              <a:buChar char="•"/>
            </a:pPr>
            <a:r>
              <a:rPr lang="en-US" u="sng"/>
              <a:t>How many</a:t>
            </a:r>
            <a:r>
              <a:rPr lang="en-US"/>
              <a:t> should we keep?: → </a:t>
            </a:r>
            <a:r>
              <a:rPr lang="en-US" b="1"/>
              <a:t>Target Inventories</a:t>
            </a:r>
          </a:p>
          <a:p>
            <a:pPr marL="285750" indent="-285750">
              <a:buFont typeface="Arial" panose="020B0604020202020204" pitchFamily="34" charset="0"/>
              <a:buChar char="•"/>
            </a:pPr>
            <a:r>
              <a:rPr lang="en-US" u="sng"/>
              <a:t>What</a:t>
            </a:r>
            <a:r>
              <a:rPr lang="en-US"/>
              <a:t> does it cost?: → Item and process </a:t>
            </a:r>
            <a:r>
              <a:rPr lang="en-US" b="1"/>
              <a:t>cost</a:t>
            </a:r>
          </a:p>
          <a:p>
            <a:pPr marL="285750" indent="-285750">
              <a:buFont typeface="Arial" panose="020B0604020202020204" pitchFamily="34" charset="0"/>
              <a:buChar char="•"/>
            </a:pPr>
            <a:endParaRPr lang="en-US"/>
          </a:p>
        </p:txBody>
      </p:sp>
      <p:pic>
        <p:nvPicPr>
          <p:cNvPr id="37" name="Picture 36">
            <a:extLst>
              <a:ext uri="{FF2B5EF4-FFF2-40B4-BE49-F238E27FC236}">
                <a16:creationId xmlns:a16="http://schemas.microsoft.com/office/drawing/2014/main" id="{23FDB100-478D-5F4B-1504-00D8669E6884}"/>
              </a:ext>
            </a:extLst>
          </p:cNvPr>
          <p:cNvPicPr>
            <a:picLocks noChangeAspect="1"/>
          </p:cNvPicPr>
          <p:nvPr/>
        </p:nvPicPr>
        <p:blipFill>
          <a:blip r:embed="rId2"/>
          <a:stretch>
            <a:fillRect/>
          </a:stretch>
        </p:blipFill>
        <p:spPr>
          <a:xfrm>
            <a:off x="10008116" y="5571570"/>
            <a:ext cx="940713" cy="1254284"/>
          </a:xfrm>
          <a:prstGeom prst="rect">
            <a:avLst/>
          </a:prstGeom>
        </p:spPr>
      </p:pic>
      <p:pic>
        <p:nvPicPr>
          <p:cNvPr id="39" name="Picture 38">
            <a:extLst>
              <a:ext uri="{FF2B5EF4-FFF2-40B4-BE49-F238E27FC236}">
                <a16:creationId xmlns:a16="http://schemas.microsoft.com/office/drawing/2014/main" id="{FB28A74F-2764-305D-A691-0F444DF42674}"/>
              </a:ext>
            </a:extLst>
          </p:cNvPr>
          <p:cNvPicPr>
            <a:picLocks noChangeAspect="1"/>
          </p:cNvPicPr>
          <p:nvPr/>
        </p:nvPicPr>
        <p:blipFill>
          <a:blip r:embed="rId3"/>
          <a:stretch>
            <a:fillRect/>
          </a:stretch>
        </p:blipFill>
        <p:spPr>
          <a:xfrm>
            <a:off x="10020795" y="3909597"/>
            <a:ext cx="896317" cy="1094253"/>
          </a:xfrm>
          <a:prstGeom prst="rect">
            <a:avLst/>
          </a:prstGeom>
        </p:spPr>
      </p:pic>
      <p:grpSp>
        <p:nvGrpSpPr>
          <p:cNvPr id="3" name="Group 2">
            <a:extLst>
              <a:ext uri="{FF2B5EF4-FFF2-40B4-BE49-F238E27FC236}">
                <a16:creationId xmlns:a16="http://schemas.microsoft.com/office/drawing/2014/main" id="{B86DE8D3-1F4A-D629-D7C1-75CC41B268EC}"/>
              </a:ext>
            </a:extLst>
          </p:cNvPr>
          <p:cNvGrpSpPr/>
          <p:nvPr/>
        </p:nvGrpSpPr>
        <p:grpSpPr>
          <a:xfrm>
            <a:off x="4676204" y="4218722"/>
            <a:ext cx="1190479" cy="918448"/>
            <a:chOff x="1222520" y="1843183"/>
            <a:chExt cx="1190479" cy="918448"/>
          </a:xfrm>
        </p:grpSpPr>
        <p:grpSp>
          <p:nvGrpSpPr>
            <p:cNvPr id="5" name="Group 4">
              <a:extLst>
                <a:ext uri="{FF2B5EF4-FFF2-40B4-BE49-F238E27FC236}">
                  <a16:creationId xmlns:a16="http://schemas.microsoft.com/office/drawing/2014/main" id="{4C7A5E80-A1EE-A7F8-71B6-849B920805B1}"/>
                </a:ext>
              </a:extLst>
            </p:cNvPr>
            <p:cNvGrpSpPr/>
            <p:nvPr/>
          </p:nvGrpSpPr>
          <p:grpSpPr>
            <a:xfrm>
              <a:off x="1484384" y="1843183"/>
              <a:ext cx="666750" cy="666750"/>
              <a:chOff x="1409700" y="1854200"/>
              <a:chExt cx="666750" cy="666750"/>
            </a:xfrm>
          </p:grpSpPr>
          <p:sp>
            <p:nvSpPr>
              <p:cNvPr id="7" name="Oval 6">
                <a:extLst>
                  <a:ext uri="{FF2B5EF4-FFF2-40B4-BE49-F238E27FC236}">
                    <a16:creationId xmlns:a16="http://schemas.microsoft.com/office/drawing/2014/main" id="{FC4678CC-9255-C67C-A6B5-6FCB30AE25D0}"/>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6877609C-9F8B-096B-6888-6A8CEFDC3D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8288" y="1982788"/>
                <a:ext cx="409575" cy="409575"/>
              </a:xfrm>
              <a:prstGeom prst="rect">
                <a:avLst/>
              </a:prstGeom>
            </p:spPr>
          </p:pic>
        </p:grpSp>
        <p:sp>
          <p:nvSpPr>
            <p:cNvPr id="6" name="TextBox 5">
              <a:extLst>
                <a:ext uri="{FF2B5EF4-FFF2-40B4-BE49-F238E27FC236}">
                  <a16:creationId xmlns:a16="http://schemas.microsoft.com/office/drawing/2014/main" id="{8573B5E8-8C10-04EC-741F-E2660D6840F3}"/>
                </a:ext>
              </a:extLst>
            </p:cNvPr>
            <p:cNvSpPr txBox="1"/>
            <p:nvPr/>
          </p:nvSpPr>
          <p:spPr>
            <a:xfrm>
              <a:off x="1222520" y="2515410"/>
              <a:ext cx="1190479" cy="246221"/>
            </a:xfrm>
            <a:prstGeom prst="rect">
              <a:avLst/>
            </a:prstGeom>
            <a:noFill/>
          </p:spPr>
          <p:txBody>
            <a:bodyPr wrap="square" rtlCol="0">
              <a:spAutoFit/>
            </a:bodyPr>
            <a:lstStyle/>
            <a:p>
              <a:pPr algn="ctr"/>
              <a:r>
                <a:rPr lang="en-GB" sz="1000" b="1">
                  <a:solidFill>
                    <a:srgbClr val="35B454"/>
                  </a:solidFill>
                </a:rPr>
                <a:t>Warehouse | NL</a:t>
              </a:r>
            </a:p>
          </p:txBody>
        </p:sp>
      </p:grpSp>
      <p:grpSp>
        <p:nvGrpSpPr>
          <p:cNvPr id="9" name="Group 8">
            <a:extLst>
              <a:ext uri="{FF2B5EF4-FFF2-40B4-BE49-F238E27FC236}">
                <a16:creationId xmlns:a16="http://schemas.microsoft.com/office/drawing/2014/main" id="{1D2A5AC5-EC04-3DA7-1180-C1187A5E5A5F}"/>
              </a:ext>
            </a:extLst>
          </p:cNvPr>
          <p:cNvGrpSpPr/>
          <p:nvPr/>
        </p:nvGrpSpPr>
        <p:grpSpPr>
          <a:xfrm>
            <a:off x="6825922" y="5518548"/>
            <a:ext cx="1190479" cy="918448"/>
            <a:chOff x="5688002" y="4957603"/>
            <a:chExt cx="1190479" cy="918448"/>
          </a:xfrm>
        </p:grpSpPr>
        <p:grpSp>
          <p:nvGrpSpPr>
            <p:cNvPr id="10" name="Group 9">
              <a:extLst>
                <a:ext uri="{FF2B5EF4-FFF2-40B4-BE49-F238E27FC236}">
                  <a16:creationId xmlns:a16="http://schemas.microsoft.com/office/drawing/2014/main" id="{9068E6CF-1BB1-3143-EB55-13924AADC462}"/>
                </a:ext>
              </a:extLst>
            </p:cNvPr>
            <p:cNvGrpSpPr/>
            <p:nvPr/>
          </p:nvGrpSpPr>
          <p:grpSpPr>
            <a:xfrm>
              <a:off x="5949866" y="4957603"/>
              <a:ext cx="666750" cy="666750"/>
              <a:chOff x="1409700" y="1854200"/>
              <a:chExt cx="666750" cy="666750"/>
            </a:xfrm>
          </p:grpSpPr>
          <p:sp>
            <p:nvSpPr>
              <p:cNvPr id="12" name="Oval 11">
                <a:extLst>
                  <a:ext uri="{FF2B5EF4-FFF2-40B4-BE49-F238E27FC236}">
                    <a16:creationId xmlns:a16="http://schemas.microsoft.com/office/drawing/2014/main" id="{BEBE0DCD-6CDE-743F-EF6B-A28DD1FB224D}"/>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8F835AB1-D8D2-75F9-89D2-04D6E4D5186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538288" y="2008386"/>
                <a:ext cx="409575" cy="358378"/>
              </a:xfrm>
              <a:prstGeom prst="rect">
                <a:avLst/>
              </a:prstGeom>
            </p:spPr>
          </p:pic>
        </p:grpSp>
        <p:sp>
          <p:nvSpPr>
            <p:cNvPr id="11" name="TextBox 10">
              <a:extLst>
                <a:ext uri="{FF2B5EF4-FFF2-40B4-BE49-F238E27FC236}">
                  <a16:creationId xmlns:a16="http://schemas.microsoft.com/office/drawing/2014/main" id="{D9F66D90-2663-2B10-AC91-4DEFF222A0D5}"/>
                </a:ext>
              </a:extLst>
            </p:cNvPr>
            <p:cNvSpPr txBox="1"/>
            <p:nvPr/>
          </p:nvSpPr>
          <p:spPr>
            <a:xfrm>
              <a:off x="5688002" y="5629830"/>
              <a:ext cx="1190479" cy="246221"/>
            </a:xfrm>
            <a:prstGeom prst="rect">
              <a:avLst/>
            </a:prstGeom>
            <a:noFill/>
          </p:spPr>
          <p:txBody>
            <a:bodyPr wrap="square" rtlCol="0">
              <a:spAutoFit/>
            </a:bodyPr>
            <a:lstStyle/>
            <a:p>
              <a:pPr algn="ctr"/>
              <a:r>
                <a:rPr lang="en-GB" sz="1000" b="1">
                  <a:solidFill>
                    <a:srgbClr val="35B454"/>
                  </a:solidFill>
                </a:rPr>
                <a:t>FSL | UK</a:t>
              </a:r>
            </a:p>
          </p:txBody>
        </p:sp>
      </p:grpSp>
      <p:grpSp>
        <p:nvGrpSpPr>
          <p:cNvPr id="14" name="Group 13">
            <a:extLst>
              <a:ext uri="{FF2B5EF4-FFF2-40B4-BE49-F238E27FC236}">
                <a16:creationId xmlns:a16="http://schemas.microsoft.com/office/drawing/2014/main" id="{388B0BA6-7D87-0EB4-FC54-BF3AB9B3C504}"/>
              </a:ext>
            </a:extLst>
          </p:cNvPr>
          <p:cNvGrpSpPr/>
          <p:nvPr/>
        </p:nvGrpSpPr>
        <p:grpSpPr>
          <a:xfrm>
            <a:off x="1972278" y="4131568"/>
            <a:ext cx="1190479" cy="1072337"/>
            <a:chOff x="1222520" y="1843183"/>
            <a:chExt cx="1190479" cy="1072337"/>
          </a:xfrm>
        </p:grpSpPr>
        <p:grpSp>
          <p:nvGrpSpPr>
            <p:cNvPr id="15" name="Group 14">
              <a:extLst>
                <a:ext uri="{FF2B5EF4-FFF2-40B4-BE49-F238E27FC236}">
                  <a16:creationId xmlns:a16="http://schemas.microsoft.com/office/drawing/2014/main" id="{0713DE05-EE2C-E85F-4FE7-53EE95048AA3}"/>
                </a:ext>
              </a:extLst>
            </p:cNvPr>
            <p:cNvGrpSpPr/>
            <p:nvPr/>
          </p:nvGrpSpPr>
          <p:grpSpPr>
            <a:xfrm>
              <a:off x="1484384" y="1843183"/>
              <a:ext cx="666750" cy="666750"/>
              <a:chOff x="1409700" y="1854200"/>
              <a:chExt cx="666750" cy="666750"/>
            </a:xfrm>
          </p:grpSpPr>
          <p:sp>
            <p:nvSpPr>
              <p:cNvPr id="17" name="Oval 16">
                <a:extLst>
                  <a:ext uri="{FF2B5EF4-FFF2-40B4-BE49-F238E27FC236}">
                    <a16:creationId xmlns:a16="http://schemas.microsoft.com/office/drawing/2014/main" id="{03A7C4F4-9BA1-9FC6-7441-54E443F9CDDB}"/>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Graphic 17">
                <a:extLst>
                  <a:ext uri="{FF2B5EF4-FFF2-40B4-BE49-F238E27FC236}">
                    <a16:creationId xmlns:a16="http://schemas.microsoft.com/office/drawing/2014/main" id="{2E7ECE05-B12E-E4B2-88F3-DA252D02BAB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38288" y="1982788"/>
                <a:ext cx="409575" cy="409575"/>
              </a:xfrm>
              <a:prstGeom prst="rect">
                <a:avLst/>
              </a:prstGeom>
            </p:spPr>
          </p:pic>
        </p:grpSp>
        <p:sp>
          <p:nvSpPr>
            <p:cNvPr id="16" name="TextBox 15">
              <a:extLst>
                <a:ext uri="{FF2B5EF4-FFF2-40B4-BE49-F238E27FC236}">
                  <a16:creationId xmlns:a16="http://schemas.microsoft.com/office/drawing/2014/main" id="{19F94880-B922-04F0-E4B6-397E49A46652}"/>
                </a:ext>
              </a:extLst>
            </p:cNvPr>
            <p:cNvSpPr txBox="1"/>
            <p:nvPr/>
          </p:nvSpPr>
          <p:spPr>
            <a:xfrm>
              <a:off x="1222520" y="2515410"/>
              <a:ext cx="1190479" cy="400110"/>
            </a:xfrm>
            <a:prstGeom prst="rect">
              <a:avLst/>
            </a:prstGeom>
            <a:noFill/>
          </p:spPr>
          <p:txBody>
            <a:bodyPr wrap="square" rtlCol="0">
              <a:spAutoFit/>
            </a:bodyPr>
            <a:lstStyle/>
            <a:p>
              <a:pPr algn="ctr"/>
              <a:r>
                <a:rPr lang="en-GB" sz="1000" b="1">
                  <a:solidFill>
                    <a:srgbClr val="35B454"/>
                  </a:solidFill>
                </a:rPr>
                <a:t>External Supplier A</a:t>
              </a:r>
            </a:p>
          </p:txBody>
        </p:sp>
      </p:grpSp>
      <p:grpSp>
        <p:nvGrpSpPr>
          <p:cNvPr id="19" name="Group 18">
            <a:extLst>
              <a:ext uri="{FF2B5EF4-FFF2-40B4-BE49-F238E27FC236}">
                <a16:creationId xmlns:a16="http://schemas.microsoft.com/office/drawing/2014/main" id="{0CB6E27C-CD7A-4540-83BC-DE0447474BF5}"/>
              </a:ext>
            </a:extLst>
          </p:cNvPr>
          <p:cNvGrpSpPr/>
          <p:nvPr/>
        </p:nvGrpSpPr>
        <p:grpSpPr>
          <a:xfrm>
            <a:off x="9233841" y="4687967"/>
            <a:ext cx="1190479" cy="918448"/>
            <a:chOff x="1222520" y="1843183"/>
            <a:chExt cx="1190479" cy="918448"/>
          </a:xfrm>
        </p:grpSpPr>
        <p:grpSp>
          <p:nvGrpSpPr>
            <p:cNvPr id="20" name="Group 19">
              <a:extLst>
                <a:ext uri="{FF2B5EF4-FFF2-40B4-BE49-F238E27FC236}">
                  <a16:creationId xmlns:a16="http://schemas.microsoft.com/office/drawing/2014/main" id="{5ED40196-FD49-8886-F454-22924BB7E81C}"/>
                </a:ext>
              </a:extLst>
            </p:cNvPr>
            <p:cNvGrpSpPr/>
            <p:nvPr/>
          </p:nvGrpSpPr>
          <p:grpSpPr>
            <a:xfrm>
              <a:off x="1484384" y="1843183"/>
              <a:ext cx="666750" cy="666750"/>
              <a:chOff x="1409700" y="1854200"/>
              <a:chExt cx="666750" cy="666750"/>
            </a:xfrm>
          </p:grpSpPr>
          <p:sp>
            <p:nvSpPr>
              <p:cNvPr id="22" name="Oval 21">
                <a:extLst>
                  <a:ext uri="{FF2B5EF4-FFF2-40B4-BE49-F238E27FC236}">
                    <a16:creationId xmlns:a16="http://schemas.microsoft.com/office/drawing/2014/main" id="{DAB3B070-95D4-9A0E-BD10-B39322AA7E70}"/>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Graphic 22">
                <a:extLst>
                  <a:ext uri="{FF2B5EF4-FFF2-40B4-BE49-F238E27FC236}">
                    <a16:creationId xmlns:a16="http://schemas.microsoft.com/office/drawing/2014/main" id="{B22DB89E-D43F-AA9D-7AFD-194737E8695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551360" y="1982788"/>
                <a:ext cx="383431" cy="409575"/>
              </a:xfrm>
              <a:prstGeom prst="rect">
                <a:avLst/>
              </a:prstGeom>
            </p:spPr>
          </p:pic>
        </p:grpSp>
        <p:sp>
          <p:nvSpPr>
            <p:cNvPr id="21" name="TextBox 20">
              <a:extLst>
                <a:ext uri="{FF2B5EF4-FFF2-40B4-BE49-F238E27FC236}">
                  <a16:creationId xmlns:a16="http://schemas.microsoft.com/office/drawing/2014/main" id="{CC80140E-9328-EA1D-6E75-03031F04E776}"/>
                </a:ext>
              </a:extLst>
            </p:cNvPr>
            <p:cNvSpPr txBox="1"/>
            <p:nvPr/>
          </p:nvSpPr>
          <p:spPr>
            <a:xfrm>
              <a:off x="1222520" y="2515410"/>
              <a:ext cx="1190479" cy="246221"/>
            </a:xfrm>
            <a:prstGeom prst="rect">
              <a:avLst/>
            </a:prstGeom>
            <a:noFill/>
          </p:spPr>
          <p:txBody>
            <a:bodyPr wrap="square" rtlCol="0">
              <a:spAutoFit/>
            </a:bodyPr>
            <a:lstStyle/>
            <a:p>
              <a:pPr algn="ctr"/>
              <a:r>
                <a:rPr lang="en-GB" sz="1000" b="1">
                  <a:solidFill>
                    <a:srgbClr val="35B454"/>
                  </a:solidFill>
                </a:rPr>
                <a:t>Customer | UK</a:t>
              </a:r>
            </a:p>
          </p:txBody>
        </p:sp>
      </p:grpSp>
      <p:grpSp>
        <p:nvGrpSpPr>
          <p:cNvPr id="24" name="Group 23">
            <a:extLst>
              <a:ext uri="{FF2B5EF4-FFF2-40B4-BE49-F238E27FC236}">
                <a16:creationId xmlns:a16="http://schemas.microsoft.com/office/drawing/2014/main" id="{63E0B052-EECC-5D31-F625-1B78D4B5673F}"/>
              </a:ext>
            </a:extLst>
          </p:cNvPr>
          <p:cNvGrpSpPr/>
          <p:nvPr/>
        </p:nvGrpSpPr>
        <p:grpSpPr>
          <a:xfrm>
            <a:off x="1972277" y="6093341"/>
            <a:ext cx="1190479" cy="1072337"/>
            <a:chOff x="1222520" y="1843183"/>
            <a:chExt cx="1190479" cy="1072337"/>
          </a:xfrm>
        </p:grpSpPr>
        <p:grpSp>
          <p:nvGrpSpPr>
            <p:cNvPr id="25" name="Group 24">
              <a:extLst>
                <a:ext uri="{FF2B5EF4-FFF2-40B4-BE49-F238E27FC236}">
                  <a16:creationId xmlns:a16="http://schemas.microsoft.com/office/drawing/2014/main" id="{999721FB-724C-90A6-57CF-86D3D25A0BC9}"/>
                </a:ext>
              </a:extLst>
            </p:cNvPr>
            <p:cNvGrpSpPr/>
            <p:nvPr/>
          </p:nvGrpSpPr>
          <p:grpSpPr>
            <a:xfrm>
              <a:off x="1484384" y="1843183"/>
              <a:ext cx="666750" cy="666750"/>
              <a:chOff x="1409700" y="1854200"/>
              <a:chExt cx="666750" cy="666750"/>
            </a:xfrm>
          </p:grpSpPr>
          <p:sp>
            <p:nvSpPr>
              <p:cNvPr id="27" name="Oval 26">
                <a:extLst>
                  <a:ext uri="{FF2B5EF4-FFF2-40B4-BE49-F238E27FC236}">
                    <a16:creationId xmlns:a16="http://schemas.microsoft.com/office/drawing/2014/main" id="{F6F0615C-50F8-511E-0E75-C691465EE5F7}"/>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070940B3-CF63-60C6-1E98-FCC4F434A62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38288" y="1982788"/>
                <a:ext cx="409575" cy="409575"/>
              </a:xfrm>
              <a:prstGeom prst="rect">
                <a:avLst/>
              </a:prstGeom>
            </p:spPr>
          </p:pic>
        </p:grpSp>
        <p:sp>
          <p:nvSpPr>
            <p:cNvPr id="26" name="TextBox 25">
              <a:extLst>
                <a:ext uri="{FF2B5EF4-FFF2-40B4-BE49-F238E27FC236}">
                  <a16:creationId xmlns:a16="http://schemas.microsoft.com/office/drawing/2014/main" id="{CF14F5DD-D864-36C1-0877-756AB8104EDD}"/>
                </a:ext>
              </a:extLst>
            </p:cNvPr>
            <p:cNvSpPr txBox="1"/>
            <p:nvPr/>
          </p:nvSpPr>
          <p:spPr>
            <a:xfrm>
              <a:off x="1222520" y="2515410"/>
              <a:ext cx="1190479" cy="400110"/>
            </a:xfrm>
            <a:prstGeom prst="rect">
              <a:avLst/>
            </a:prstGeom>
            <a:noFill/>
          </p:spPr>
          <p:txBody>
            <a:bodyPr wrap="square" rtlCol="0">
              <a:spAutoFit/>
            </a:bodyPr>
            <a:lstStyle/>
            <a:p>
              <a:pPr algn="ctr"/>
              <a:r>
                <a:rPr lang="en-GB" sz="1000" b="1">
                  <a:solidFill>
                    <a:srgbClr val="35B454"/>
                  </a:solidFill>
                </a:rPr>
                <a:t>External Supplier B</a:t>
              </a:r>
            </a:p>
          </p:txBody>
        </p:sp>
      </p:grpSp>
      <p:grpSp>
        <p:nvGrpSpPr>
          <p:cNvPr id="29" name="Group 28">
            <a:extLst>
              <a:ext uri="{FF2B5EF4-FFF2-40B4-BE49-F238E27FC236}">
                <a16:creationId xmlns:a16="http://schemas.microsoft.com/office/drawing/2014/main" id="{DDBAB797-FF70-3FA1-86B2-32098CFDA26E}"/>
              </a:ext>
            </a:extLst>
          </p:cNvPr>
          <p:cNvGrpSpPr/>
          <p:nvPr/>
        </p:nvGrpSpPr>
        <p:grpSpPr>
          <a:xfrm>
            <a:off x="9233840" y="6287691"/>
            <a:ext cx="1190479" cy="918448"/>
            <a:chOff x="1222520" y="1843183"/>
            <a:chExt cx="1190479" cy="918448"/>
          </a:xfrm>
        </p:grpSpPr>
        <p:grpSp>
          <p:nvGrpSpPr>
            <p:cNvPr id="30" name="Group 29">
              <a:extLst>
                <a:ext uri="{FF2B5EF4-FFF2-40B4-BE49-F238E27FC236}">
                  <a16:creationId xmlns:a16="http://schemas.microsoft.com/office/drawing/2014/main" id="{B01D14C8-D364-8C1A-9CA5-D1F532D5B754}"/>
                </a:ext>
              </a:extLst>
            </p:cNvPr>
            <p:cNvGrpSpPr/>
            <p:nvPr/>
          </p:nvGrpSpPr>
          <p:grpSpPr>
            <a:xfrm>
              <a:off x="1484384" y="1843183"/>
              <a:ext cx="666750" cy="666750"/>
              <a:chOff x="1409700" y="1854200"/>
              <a:chExt cx="666750" cy="666750"/>
            </a:xfrm>
          </p:grpSpPr>
          <p:sp>
            <p:nvSpPr>
              <p:cNvPr id="32" name="Oval 31">
                <a:extLst>
                  <a:ext uri="{FF2B5EF4-FFF2-40B4-BE49-F238E27FC236}">
                    <a16:creationId xmlns:a16="http://schemas.microsoft.com/office/drawing/2014/main" id="{250D6D46-75AC-782A-0E3C-0CC805E78D38}"/>
                  </a:ext>
                </a:extLst>
              </p:cNvPr>
              <p:cNvSpPr/>
              <p:nvPr/>
            </p:nvSpPr>
            <p:spPr>
              <a:xfrm>
                <a:off x="1409700" y="1854200"/>
                <a:ext cx="666750" cy="666750"/>
              </a:xfrm>
              <a:prstGeom prst="ellipse">
                <a:avLst/>
              </a:prstGeom>
              <a:solidFill>
                <a:srgbClr val="35B454"/>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Graphic 32">
                <a:extLst>
                  <a:ext uri="{FF2B5EF4-FFF2-40B4-BE49-F238E27FC236}">
                    <a16:creationId xmlns:a16="http://schemas.microsoft.com/office/drawing/2014/main" id="{133CA28E-3AD3-1055-28A6-915DE6EE475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551360" y="1982788"/>
                <a:ext cx="383431" cy="409575"/>
              </a:xfrm>
              <a:prstGeom prst="rect">
                <a:avLst/>
              </a:prstGeom>
            </p:spPr>
          </p:pic>
        </p:grpSp>
        <p:sp>
          <p:nvSpPr>
            <p:cNvPr id="31" name="TextBox 30">
              <a:extLst>
                <a:ext uri="{FF2B5EF4-FFF2-40B4-BE49-F238E27FC236}">
                  <a16:creationId xmlns:a16="http://schemas.microsoft.com/office/drawing/2014/main" id="{B19760DC-9B0F-BA96-CF60-2468F3556539}"/>
                </a:ext>
              </a:extLst>
            </p:cNvPr>
            <p:cNvSpPr txBox="1"/>
            <p:nvPr/>
          </p:nvSpPr>
          <p:spPr>
            <a:xfrm>
              <a:off x="1222520" y="2515410"/>
              <a:ext cx="1190479" cy="246221"/>
            </a:xfrm>
            <a:prstGeom prst="rect">
              <a:avLst/>
            </a:prstGeom>
            <a:noFill/>
          </p:spPr>
          <p:txBody>
            <a:bodyPr wrap="square" rtlCol="0">
              <a:spAutoFit/>
            </a:bodyPr>
            <a:lstStyle/>
            <a:p>
              <a:pPr algn="ctr"/>
              <a:r>
                <a:rPr lang="en-GB" sz="1000" b="1">
                  <a:solidFill>
                    <a:srgbClr val="35B454"/>
                  </a:solidFill>
                </a:rPr>
                <a:t>Customer | EU</a:t>
              </a:r>
            </a:p>
          </p:txBody>
        </p:sp>
      </p:grpSp>
      <p:cxnSp>
        <p:nvCxnSpPr>
          <p:cNvPr id="35" name="Straight Arrow Connector 34">
            <a:extLst>
              <a:ext uri="{FF2B5EF4-FFF2-40B4-BE49-F238E27FC236}">
                <a16:creationId xmlns:a16="http://schemas.microsoft.com/office/drawing/2014/main" id="{5AE865AF-0EC8-9187-9FA5-A326F28332AB}"/>
              </a:ext>
            </a:extLst>
          </p:cNvPr>
          <p:cNvCxnSpPr>
            <a:cxnSpLocks/>
            <a:stCxn id="12" idx="6"/>
            <a:endCxn id="22" idx="2"/>
          </p:cNvCxnSpPr>
          <p:nvPr/>
        </p:nvCxnSpPr>
        <p:spPr>
          <a:xfrm flipV="1">
            <a:off x="7754536" y="5021342"/>
            <a:ext cx="1741169" cy="830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B4CC030-2F28-DE04-EABD-8E3BF219F687}"/>
              </a:ext>
            </a:extLst>
          </p:cNvPr>
          <p:cNvCxnSpPr>
            <a:cxnSpLocks/>
            <a:stCxn id="12" idx="6"/>
            <a:endCxn id="32" idx="2"/>
          </p:cNvCxnSpPr>
          <p:nvPr/>
        </p:nvCxnSpPr>
        <p:spPr>
          <a:xfrm>
            <a:off x="7754536" y="5851923"/>
            <a:ext cx="1741168" cy="769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8597616-81C1-0921-428C-867FB7872926}"/>
              </a:ext>
            </a:extLst>
          </p:cNvPr>
          <p:cNvCxnSpPr>
            <a:cxnSpLocks/>
            <a:stCxn id="7" idx="6"/>
            <a:endCxn id="12" idx="1"/>
          </p:cNvCxnSpPr>
          <p:nvPr/>
        </p:nvCxnSpPr>
        <p:spPr>
          <a:xfrm>
            <a:off x="5604818" y="4552097"/>
            <a:ext cx="1580611" cy="1064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F06BD45-67BD-E966-9EC6-CC4B95D90539}"/>
              </a:ext>
            </a:extLst>
          </p:cNvPr>
          <p:cNvCxnSpPr>
            <a:cxnSpLocks/>
            <a:stCxn id="27" idx="6"/>
            <a:endCxn id="12" idx="2"/>
          </p:cNvCxnSpPr>
          <p:nvPr/>
        </p:nvCxnSpPr>
        <p:spPr>
          <a:xfrm flipV="1">
            <a:off x="2900891" y="5851923"/>
            <a:ext cx="4186895" cy="574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31BDE57-F162-FB3C-0BCF-6D749A6F5E31}"/>
              </a:ext>
            </a:extLst>
          </p:cNvPr>
          <p:cNvCxnSpPr>
            <a:cxnSpLocks/>
            <a:stCxn id="17" idx="6"/>
            <a:endCxn id="7" idx="2"/>
          </p:cNvCxnSpPr>
          <p:nvPr/>
        </p:nvCxnSpPr>
        <p:spPr>
          <a:xfrm>
            <a:off x="2900892" y="4464943"/>
            <a:ext cx="2037176" cy="87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731DD2E3-CCE2-45D4-4290-BE74603B4E23}"/>
              </a:ext>
            </a:extLst>
          </p:cNvPr>
          <p:cNvSpPr txBox="1"/>
          <p:nvPr/>
        </p:nvSpPr>
        <p:spPr>
          <a:xfrm>
            <a:off x="3567642" y="4545618"/>
            <a:ext cx="918559" cy="523220"/>
          </a:xfrm>
          <a:prstGeom prst="rect">
            <a:avLst/>
          </a:prstGeom>
          <a:noFill/>
        </p:spPr>
        <p:txBody>
          <a:bodyPr wrap="square" rtlCol="0">
            <a:spAutoFit/>
          </a:bodyPr>
          <a:lstStyle/>
          <a:p>
            <a:r>
              <a:rPr lang="en-US" sz="1400"/>
              <a:t>PO Process</a:t>
            </a:r>
          </a:p>
        </p:txBody>
      </p:sp>
      <p:sp>
        <p:nvSpPr>
          <p:cNvPr id="56" name="TextBox 55">
            <a:extLst>
              <a:ext uri="{FF2B5EF4-FFF2-40B4-BE49-F238E27FC236}">
                <a16:creationId xmlns:a16="http://schemas.microsoft.com/office/drawing/2014/main" id="{8512ED58-2F21-35C4-8C99-A53BABE431E4}"/>
              </a:ext>
            </a:extLst>
          </p:cNvPr>
          <p:cNvSpPr txBox="1"/>
          <p:nvPr/>
        </p:nvSpPr>
        <p:spPr>
          <a:xfrm>
            <a:off x="4251607" y="6302634"/>
            <a:ext cx="918559" cy="523220"/>
          </a:xfrm>
          <a:prstGeom prst="rect">
            <a:avLst/>
          </a:prstGeom>
          <a:noFill/>
        </p:spPr>
        <p:txBody>
          <a:bodyPr wrap="square" rtlCol="0">
            <a:spAutoFit/>
          </a:bodyPr>
          <a:lstStyle/>
          <a:p>
            <a:r>
              <a:rPr lang="en-US" sz="1400"/>
              <a:t>PO Process</a:t>
            </a:r>
          </a:p>
        </p:txBody>
      </p:sp>
      <p:sp>
        <p:nvSpPr>
          <p:cNvPr id="57" name="TextBox 56">
            <a:extLst>
              <a:ext uri="{FF2B5EF4-FFF2-40B4-BE49-F238E27FC236}">
                <a16:creationId xmlns:a16="http://schemas.microsoft.com/office/drawing/2014/main" id="{8B9C6331-27A5-0DFC-8D90-E0D179F3F27A}"/>
              </a:ext>
            </a:extLst>
          </p:cNvPr>
          <p:cNvSpPr txBox="1"/>
          <p:nvPr/>
        </p:nvSpPr>
        <p:spPr>
          <a:xfrm>
            <a:off x="6391773" y="4337795"/>
            <a:ext cx="1190479" cy="523220"/>
          </a:xfrm>
          <a:prstGeom prst="rect">
            <a:avLst/>
          </a:prstGeom>
          <a:noFill/>
        </p:spPr>
        <p:txBody>
          <a:bodyPr wrap="square" rtlCol="0">
            <a:spAutoFit/>
          </a:bodyPr>
          <a:lstStyle/>
          <a:p>
            <a:r>
              <a:rPr lang="en-US" sz="1400"/>
              <a:t>Shipment Process</a:t>
            </a:r>
          </a:p>
        </p:txBody>
      </p:sp>
      <p:sp>
        <p:nvSpPr>
          <p:cNvPr id="58" name="TextBox 57">
            <a:extLst>
              <a:ext uri="{FF2B5EF4-FFF2-40B4-BE49-F238E27FC236}">
                <a16:creationId xmlns:a16="http://schemas.microsoft.com/office/drawing/2014/main" id="{03269CFD-29C8-F3B6-898C-61978A2E304C}"/>
              </a:ext>
            </a:extLst>
          </p:cNvPr>
          <p:cNvSpPr txBox="1"/>
          <p:nvPr/>
        </p:nvSpPr>
        <p:spPr>
          <a:xfrm>
            <a:off x="8174294" y="4853076"/>
            <a:ext cx="1190479" cy="523220"/>
          </a:xfrm>
          <a:prstGeom prst="rect">
            <a:avLst/>
          </a:prstGeom>
          <a:noFill/>
        </p:spPr>
        <p:txBody>
          <a:bodyPr wrap="square" rtlCol="0">
            <a:spAutoFit/>
          </a:bodyPr>
          <a:lstStyle/>
          <a:p>
            <a:r>
              <a:rPr lang="en-US" sz="1400"/>
              <a:t>Shipment Process</a:t>
            </a:r>
          </a:p>
        </p:txBody>
      </p:sp>
      <p:sp>
        <p:nvSpPr>
          <p:cNvPr id="59" name="TextBox 58">
            <a:extLst>
              <a:ext uri="{FF2B5EF4-FFF2-40B4-BE49-F238E27FC236}">
                <a16:creationId xmlns:a16="http://schemas.microsoft.com/office/drawing/2014/main" id="{831E7AB2-01B5-6A12-BE0D-C09182389D10}"/>
              </a:ext>
            </a:extLst>
          </p:cNvPr>
          <p:cNvSpPr txBox="1"/>
          <p:nvPr/>
        </p:nvSpPr>
        <p:spPr>
          <a:xfrm>
            <a:off x="8438502" y="5780353"/>
            <a:ext cx="1190479" cy="523220"/>
          </a:xfrm>
          <a:prstGeom prst="rect">
            <a:avLst/>
          </a:prstGeom>
          <a:noFill/>
        </p:spPr>
        <p:txBody>
          <a:bodyPr wrap="square" rtlCol="0">
            <a:spAutoFit/>
          </a:bodyPr>
          <a:lstStyle/>
          <a:p>
            <a:r>
              <a:rPr lang="en-US" sz="1400"/>
              <a:t>Shipment Process</a:t>
            </a:r>
          </a:p>
        </p:txBody>
      </p:sp>
      <p:sp>
        <p:nvSpPr>
          <p:cNvPr id="60" name="TextBox 59">
            <a:extLst>
              <a:ext uri="{FF2B5EF4-FFF2-40B4-BE49-F238E27FC236}">
                <a16:creationId xmlns:a16="http://schemas.microsoft.com/office/drawing/2014/main" id="{834220C1-080D-5D95-219B-63577BA9BCC1}"/>
              </a:ext>
            </a:extLst>
          </p:cNvPr>
          <p:cNvSpPr txBox="1"/>
          <p:nvPr/>
        </p:nvSpPr>
        <p:spPr>
          <a:xfrm>
            <a:off x="3547766" y="5001379"/>
            <a:ext cx="918559" cy="307777"/>
          </a:xfrm>
          <a:prstGeom prst="rect">
            <a:avLst/>
          </a:prstGeom>
          <a:noFill/>
        </p:spPr>
        <p:txBody>
          <a:bodyPr wrap="square" rtlCol="0">
            <a:spAutoFit/>
          </a:bodyPr>
          <a:lstStyle/>
          <a:p>
            <a:r>
              <a:rPr lang="en-US" sz="1400">
                <a:solidFill>
                  <a:srgbClr val="0070C0"/>
                </a:solidFill>
              </a:rPr>
              <a:t>14 days</a:t>
            </a:r>
          </a:p>
        </p:txBody>
      </p:sp>
      <p:sp>
        <p:nvSpPr>
          <p:cNvPr id="61" name="TextBox 60">
            <a:extLst>
              <a:ext uri="{FF2B5EF4-FFF2-40B4-BE49-F238E27FC236}">
                <a16:creationId xmlns:a16="http://schemas.microsoft.com/office/drawing/2014/main" id="{D6C364F7-7AB6-7419-83A9-7B2473DDE9D2}"/>
              </a:ext>
            </a:extLst>
          </p:cNvPr>
          <p:cNvSpPr txBox="1"/>
          <p:nvPr/>
        </p:nvSpPr>
        <p:spPr>
          <a:xfrm>
            <a:off x="4251607" y="6790015"/>
            <a:ext cx="1387894" cy="523220"/>
          </a:xfrm>
          <a:prstGeom prst="rect">
            <a:avLst/>
          </a:prstGeom>
          <a:noFill/>
        </p:spPr>
        <p:txBody>
          <a:bodyPr wrap="square" rtlCol="0">
            <a:spAutoFit/>
          </a:bodyPr>
          <a:lstStyle/>
          <a:p>
            <a:r>
              <a:rPr lang="en-US" sz="1400">
                <a:solidFill>
                  <a:srgbClr val="0070C0"/>
                </a:solidFill>
              </a:rPr>
              <a:t>AIR 3 days Sea 21 days</a:t>
            </a:r>
          </a:p>
        </p:txBody>
      </p:sp>
      <p:sp>
        <p:nvSpPr>
          <p:cNvPr id="62" name="TextBox 61">
            <a:extLst>
              <a:ext uri="{FF2B5EF4-FFF2-40B4-BE49-F238E27FC236}">
                <a16:creationId xmlns:a16="http://schemas.microsoft.com/office/drawing/2014/main" id="{E746E4CC-BBF1-F838-63A5-6404610E3031}"/>
              </a:ext>
            </a:extLst>
          </p:cNvPr>
          <p:cNvSpPr txBox="1"/>
          <p:nvPr/>
        </p:nvSpPr>
        <p:spPr>
          <a:xfrm>
            <a:off x="6395457" y="4779945"/>
            <a:ext cx="918559" cy="307777"/>
          </a:xfrm>
          <a:prstGeom prst="rect">
            <a:avLst/>
          </a:prstGeom>
          <a:noFill/>
        </p:spPr>
        <p:txBody>
          <a:bodyPr wrap="square" rtlCol="0">
            <a:spAutoFit/>
          </a:bodyPr>
          <a:lstStyle/>
          <a:p>
            <a:r>
              <a:rPr lang="en-US" sz="1400">
                <a:solidFill>
                  <a:srgbClr val="0070C0"/>
                </a:solidFill>
              </a:rPr>
              <a:t>3 days</a:t>
            </a:r>
          </a:p>
        </p:txBody>
      </p:sp>
      <p:graphicFrame>
        <p:nvGraphicFramePr>
          <p:cNvPr id="63" name="Table 62">
            <a:extLst>
              <a:ext uri="{FF2B5EF4-FFF2-40B4-BE49-F238E27FC236}">
                <a16:creationId xmlns:a16="http://schemas.microsoft.com/office/drawing/2014/main" id="{922A3075-AD2D-D6AF-D62F-902D9D8923D9}"/>
              </a:ext>
            </a:extLst>
          </p:cNvPr>
          <p:cNvGraphicFramePr>
            <a:graphicFrameLocks noGrp="1"/>
          </p:cNvGraphicFramePr>
          <p:nvPr/>
        </p:nvGraphicFramePr>
        <p:xfrm>
          <a:off x="11083078" y="4030029"/>
          <a:ext cx="1914744" cy="786526"/>
        </p:xfrm>
        <a:graphic>
          <a:graphicData uri="http://schemas.openxmlformats.org/drawingml/2006/table">
            <a:tbl>
              <a:tblPr firstRow="1" bandRow="1">
                <a:tableStyleId>{5C22544A-7EE6-4342-B048-85BDC9FD1C3A}</a:tableStyleId>
              </a:tblPr>
              <a:tblGrid>
                <a:gridCol w="638248">
                  <a:extLst>
                    <a:ext uri="{9D8B030D-6E8A-4147-A177-3AD203B41FA5}">
                      <a16:colId xmlns:a16="http://schemas.microsoft.com/office/drawing/2014/main" val="634698206"/>
                    </a:ext>
                  </a:extLst>
                </a:gridCol>
                <a:gridCol w="638248">
                  <a:extLst>
                    <a:ext uri="{9D8B030D-6E8A-4147-A177-3AD203B41FA5}">
                      <a16:colId xmlns:a16="http://schemas.microsoft.com/office/drawing/2014/main" val="3533920918"/>
                    </a:ext>
                  </a:extLst>
                </a:gridCol>
                <a:gridCol w="638248">
                  <a:extLst>
                    <a:ext uri="{9D8B030D-6E8A-4147-A177-3AD203B41FA5}">
                      <a16:colId xmlns:a16="http://schemas.microsoft.com/office/drawing/2014/main" val="568885965"/>
                    </a:ext>
                  </a:extLst>
                </a:gridCol>
              </a:tblGrid>
              <a:tr h="393263">
                <a:tc>
                  <a:txBody>
                    <a:bodyPr/>
                    <a:lstStyle/>
                    <a:p>
                      <a:r>
                        <a:rPr lang="en-US" sz="1400"/>
                        <a:t>May</a:t>
                      </a:r>
                    </a:p>
                  </a:txBody>
                  <a:tcPr/>
                </a:tc>
                <a:tc>
                  <a:txBody>
                    <a:bodyPr/>
                    <a:lstStyle/>
                    <a:p>
                      <a:r>
                        <a:rPr lang="en-US" sz="1400"/>
                        <a:t>Jun</a:t>
                      </a:r>
                    </a:p>
                  </a:txBody>
                  <a:tcPr/>
                </a:tc>
                <a:tc>
                  <a:txBody>
                    <a:bodyPr/>
                    <a:lstStyle/>
                    <a:p>
                      <a:r>
                        <a:rPr lang="en-US" sz="1400"/>
                        <a:t>Jul</a:t>
                      </a:r>
                    </a:p>
                  </a:txBody>
                  <a:tcPr/>
                </a:tc>
                <a:extLst>
                  <a:ext uri="{0D108BD9-81ED-4DB2-BD59-A6C34878D82A}">
                    <a16:rowId xmlns:a16="http://schemas.microsoft.com/office/drawing/2014/main" val="2021125771"/>
                  </a:ext>
                </a:extLst>
              </a:tr>
              <a:tr h="393263">
                <a:tc>
                  <a:txBody>
                    <a:bodyPr/>
                    <a:lstStyle/>
                    <a:p>
                      <a:r>
                        <a:rPr lang="en-US" sz="1400"/>
                        <a:t>500</a:t>
                      </a:r>
                    </a:p>
                  </a:txBody>
                  <a:tcPr/>
                </a:tc>
                <a:tc>
                  <a:txBody>
                    <a:bodyPr/>
                    <a:lstStyle/>
                    <a:p>
                      <a:r>
                        <a:rPr lang="en-US" sz="1400"/>
                        <a:t>1500</a:t>
                      </a:r>
                    </a:p>
                  </a:txBody>
                  <a:tcPr/>
                </a:tc>
                <a:tc>
                  <a:txBody>
                    <a:bodyPr/>
                    <a:lstStyle/>
                    <a:p>
                      <a:r>
                        <a:rPr lang="en-US" sz="1400"/>
                        <a:t>20</a:t>
                      </a:r>
                    </a:p>
                  </a:txBody>
                  <a:tcPr/>
                </a:tc>
                <a:extLst>
                  <a:ext uri="{0D108BD9-81ED-4DB2-BD59-A6C34878D82A}">
                    <a16:rowId xmlns:a16="http://schemas.microsoft.com/office/drawing/2014/main" val="389886211"/>
                  </a:ext>
                </a:extLst>
              </a:tr>
            </a:tbl>
          </a:graphicData>
        </a:graphic>
      </p:graphicFrame>
      <p:graphicFrame>
        <p:nvGraphicFramePr>
          <p:cNvPr id="64" name="Table 63">
            <a:extLst>
              <a:ext uri="{FF2B5EF4-FFF2-40B4-BE49-F238E27FC236}">
                <a16:creationId xmlns:a16="http://schemas.microsoft.com/office/drawing/2014/main" id="{B926AEB4-0D7C-48D2-7604-EAE63D748792}"/>
              </a:ext>
            </a:extLst>
          </p:cNvPr>
          <p:cNvGraphicFramePr>
            <a:graphicFrameLocks noGrp="1"/>
          </p:cNvGraphicFramePr>
          <p:nvPr/>
        </p:nvGraphicFramePr>
        <p:xfrm>
          <a:off x="11083078" y="5792035"/>
          <a:ext cx="1914744" cy="786526"/>
        </p:xfrm>
        <a:graphic>
          <a:graphicData uri="http://schemas.openxmlformats.org/drawingml/2006/table">
            <a:tbl>
              <a:tblPr firstRow="1" bandRow="1">
                <a:tableStyleId>{5C22544A-7EE6-4342-B048-85BDC9FD1C3A}</a:tableStyleId>
              </a:tblPr>
              <a:tblGrid>
                <a:gridCol w="638248">
                  <a:extLst>
                    <a:ext uri="{9D8B030D-6E8A-4147-A177-3AD203B41FA5}">
                      <a16:colId xmlns:a16="http://schemas.microsoft.com/office/drawing/2014/main" val="634698206"/>
                    </a:ext>
                  </a:extLst>
                </a:gridCol>
                <a:gridCol w="638248">
                  <a:extLst>
                    <a:ext uri="{9D8B030D-6E8A-4147-A177-3AD203B41FA5}">
                      <a16:colId xmlns:a16="http://schemas.microsoft.com/office/drawing/2014/main" val="3533920918"/>
                    </a:ext>
                  </a:extLst>
                </a:gridCol>
                <a:gridCol w="638248">
                  <a:extLst>
                    <a:ext uri="{9D8B030D-6E8A-4147-A177-3AD203B41FA5}">
                      <a16:colId xmlns:a16="http://schemas.microsoft.com/office/drawing/2014/main" val="568885965"/>
                    </a:ext>
                  </a:extLst>
                </a:gridCol>
              </a:tblGrid>
              <a:tr h="393263">
                <a:tc>
                  <a:txBody>
                    <a:bodyPr/>
                    <a:lstStyle/>
                    <a:p>
                      <a:r>
                        <a:rPr lang="en-US" sz="1400"/>
                        <a:t>May</a:t>
                      </a:r>
                    </a:p>
                  </a:txBody>
                  <a:tcPr/>
                </a:tc>
                <a:tc>
                  <a:txBody>
                    <a:bodyPr/>
                    <a:lstStyle/>
                    <a:p>
                      <a:r>
                        <a:rPr lang="en-US" sz="1400"/>
                        <a:t>Jun</a:t>
                      </a:r>
                    </a:p>
                  </a:txBody>
                  <a:tcPr/>
                </a:tc>
                <a:tc>
                  <a:txBody>
                    <a:bodyPr/>
                    <a:lstStyle/>
                    <a:p>
                      <a:r>
                        <a:rPr lang="en-US" sz="1400"/>
                        <a:t>Jul</a:t>
                      </a:r>
                    </a:p>
                  </a:txBody>
                  <a:tcPr/>
                </a:tc>
                <a:extLst>
                  <a:ext uri="{0D108BD9-81ED-4DB2-BD59-A6C34878D82A}">
                    <a16:rowId xmlns:a16="http://schemas.microsoft.com/office/drawing/2014/main" val="2021125771"/>
                  </a:ext>
                </a:extLst>
              </a:tr>
              <a:tr h="393263">
                <a:tc>
                  <a:txBody>
                    <a:bodyPr/>
                    <a:lstStyle/>
                    <a:p>
                      <a:r>
                        <a:rPr lang="en-US" sz="1400"/>
                        <a:t>0</a:t>
                      </a:r>
                    </a:p>
                  </a:txBody>
                  <a:tcPr/>
                </a:tc>
                <a:tc>
                  <a:txBody>
                    <a:bodyPr/>
                    <a:lstStyle/>
                    <a:p>
                      <a:r>
                        <a:rPr lang="en-US" sz="1400"/>
                        <a:t>45</a:t>
                      </a:r>
                    </a:p>
                  </a:txBody>
                  <a:tcPr/>
                </a:tc>
                <a:tc>
                  <a:txBody>
                    <a:bodyPr/>
                    <a:lstStyle/>
                    <a:p>
                      <a:r>
                        <a:rPr lang="en-US" sz="1400"/>
                        <a:t>600</a:t>
                      </a:r>
                    </a:p>
                  </a:txBody>
                  <a:tcPr/>
                </a:tc>
                <a:extLst>
                  <a:ext uri="{0D108BD9-81ED-4DB2-BD59-A6C34878D82A}">
                    <a16:rowId xmlns:a16="http://schemas.microsoft.com/office/drawing/2014/main" val="389886211"/>
                  </a:ext>
                </a:extLst>
              </a:tr>
            </a:tbl>
          </a:graphicData>
        </a:graphic>
      </p:graphicFrame>
      <p:pic>
        <p:nvPicPr>
          <p:cNvPr id="66" name="Picture 65">
            <a:extLst>
              <a:ext uri="{FF2B5EF4-FFF2-40B4-BE49-F238E27FC236}">
                <a16:creationId xmlns:a16="http://schemas.microsoft.com/office/drawing/2014/main" id="{AB27DBE9-DF19-DAC0-95CB-32A4AE768E20}"/>
              </a:ext>
            </a:extLst>
          </p:cNvPr>
          <p:cNvPicPr>
            <a:picLocks noChangeAspect="1"/>
          </p:cNvPicPr>
          <p:nvPr/>
        </p:nvPicPr>
        <p:blipFill>
          <a:blip r:embed="rId8"/>
          <a:srcRect l="30224" t="8709" r="30829" b="68179"/>
          <a:stretch>
            <a:fillRect/>
          </a:stretch>
        </p:blipFill>
        <p:spPr>
          <a:xfrm>
            <a:off x="4882610" y="5156736"/>
            <a:ext cx="793593" cy="470946"/>
          </a:xfrm>
          <a:prstGeom prst="rect">
            <a:avLst/>
          </a:prstGeom>
        </p:spPr>
      </p:pic>
      <p:pic>
        <p:nvPicPr>
          <p:cNvPr id="71" name="Picture 70">
            <a:extLst>
              <a:ext uri="{FF2B5EF4-FFF2-40B4-BE49-F238E27FC236}">
                <a16:creationId xmlns:a16="http://schemas.microsoft.com/office/drawing/2014/main" id="{FDB775A0-55E0-C4B5-4745-DFAB39DEF64A}"/>
              </a:ext>
            </a:extLst>
          </p:cNvPr>
          <p:cNvPicPr>
            <a:picLocks noChangeAspect="1"/>
          </p:cNvPicPr>
          <p:nvPr/>
        </p:nvPicPr>
        <p:blipFill>
          <a:blip r:embed="rId8"/>
          <a:srcRect l="30882" t="35303" r="29828" b="41303"/>
          <a:stretch>
            <a:fillRect/>
          </a:stretch>
        </p:blipFill>
        <p:spPr>
          <a:xfrm>
            <a:off x="6982941" y="6456891"/>
            <a:ext cx="876439" cy="521868"/>
          </a:xfrm>
          <a:prstGeom prst="rect">
            <a:avLst/>
          </a:prstGeom>
        </p:spPr>
      </p:pic>
      <p:sp>
        <p:nvSpPr>
          <p:cNvPr id="72" name="Arrow: Left 71">
            <a:extLst>
              <a:ext uri="{FF2B5EF4-FFF2-40B4-BE49-F238E27FC236}">
                <a16:creationId xmlns:a16="http://schemas.microsoft.com/office/drawing/2014/main" id="{F159AC72-8997-BDCA-9E09-D6F3FE8D6DC5}"/>
              </a:ext>
            </a:extLst>
          </p:cNvPr>
          <p:cNvSpPr/>
          <p:nvPr/>
        </p:nvSpPr>
        <p:spPr>
          <a:xfrm>
            <a:off x="5858926" y="5410727"/>
            <a:ext cx="176641" cy="1384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ight Bracket 72">
            <a:extLst>
              <a:ext uri="{FF2B5EF4-FFF2-40B4-BE49-F238E27FC236}">
                <a16:creationId xmlns:a16="http://schemas.microsoft.com/office/drawing/2014/main" id="{3F83CF7C-13EA-46F1-7404-3D93D785D307}"/>
              </a:ext>
            </a:extLst>
          </p:cNvPr>
          <p:cNvSpPr/>
          <p:nvPr/>
        </p:nvSpPr>
        <p:spPr>
          <a:xfrm>
            <a:off x="5705581" y="5346031"/>
            <a:ext cx="92214" cy="252639"/>
          </a:xfrm>
          <a:prstGeom prst="righ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Arrow: Left 73">
            <a:extLst>
              <a:ext uri="{FF2B5EF4-FFF2-40B4-BE49-F238E27FC236}">
                <a16:creationId xmlns:a16="http://schemas.microsoft.com/office/drawing/2014/main" id="{AA50C665-C824-3E14-2358-04351E574F4D}"/>
              </a:ext>
            </a:extLst>
          </p:cNvPr>
          <p:cNvSpPr/>
          <p:nvPr/>
        </p:nvSpPr>
        <p:spPr>
          <a:xfrm>
            <a:off x="8000356" y="6621066"/>
            <a:ext cx="176641" cy="1384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ight Bracket 74">
            <a:extLst>
              <a:ext uri="{FF2B5EF4-FFF2-40B4-BE49-F238E27FC236}">
                <a16:creationId xmlns:a16="http://schemas.microsoft.com/office/drawing/2014/main" id="{7E07EE72-1417-35B5-C95C-00F7E9E4EF08}"/>
              </a:ext>
            </a:extLst>
          </p:cNvPr>
          <p:cNvSpPr/>
          <p:nvPr/>
        </p:nvSpPr>
        <p:spPr>
          <a:xfrm>
            <a:off x="7857551" y="6663696"/>
            <a:ext cx="92214" cy="252639"/>
          </a:xfrm>
          <a:prstGeom prst="righ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8C87F3A5-B171-2D8E-2A04-D174B565F031}"/>
              </a:ext>
            </a:extLst>
          </p:cNvPr>
          <p:cNvSpPr/>
          <p:nvPr/>
        </p:nvSpPr>
        <p:spPr>
          <a:xfrm>
            <a:off x="4676204" y="4030029"/>
            <a:ext cx="1447333" cy="18218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id="{0E0106CC-F840-EF5D-C523-0DADA2E8C96E}"/>
              </a:ext>
            </a:extLst>
          </p:cNvPr>
          <p:cNvSpPr/>
          <p:nvPr/>
        </p:nvSpPr>
        <p:spPr>
          <a:xfrm>
            <a:off x="6743254" y="5299282"/>
            <a:ext cx="1447333" cy="18218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3054AB10-5160-0DC4-12FA-AB8E350A0F39}"/>
              </a:ext>
            </a:extLst>
          </p:cNvPr>
          <p:cNvSpPr txBox="1"/>
          <p:nvPr/>
        </p:nvSpPr>
        <p:spPr>
          <a:xfrm>
            <a:off x="3564219" y="5221766"/>
            <a:ext cx="621781" cy="307777"/>
          </a:xfrm>
          <a:prstGeom prst="rect">
            <a:avLst/>
          </a:prstGeom>
          <a:noFill/>
        </p:spPr>
        <p:txBody>
          <a:bodyPr wrap="square" rtlCol="0">
            <a:spAutoFit/>
          </a:bodyPr>
          <a:lstStyle/>
          <a:p>
            <a:r>
              <a:rPr lang="en-US" sz="1400">
                <a:solidFill>
                  <a:schemeClr val="accent1">
                    <a:lumMod val="75000"/>
                  </a:schemeClr>
                </a:solidFill>
              </a:rPr>
              <a:t>4€</a:t>
            </a:r>
          </a:p>
        </p:txBody>
      </p:sp>
      <p:sp>
        <p:nvSpPr>
          <p:cNvPr id="79" name="TextBox 78">
            <a:extLst>
              <a:ext uri="{FF2B5EF4-FFF2-40B4-BE49-F238E27FC236}">
                <a16:creationId xmlns:a16="http://schemas.microsoft.com/office/drawing/2014/main" id="{3BD34402-3C0E-962D-E2A5-EFD13F6083D8}"/>
              </a:ext>
            </a:extLst>
          </p:cNvPr>
          <p:cNvSpPr txBox="1"/>
          <p:nvPr/>
        </p:nvSpPr>
        <p:spPr>
          <a:xfrm>
            <a:off x="4260829" y="7276565"/>
            <a:ext cx="909337" cy="307777"/>
          </a:xfrm>
          <a:prstGeom prst="rect">
            <a:avLst/>
          </a:prstGeom>
          <a:noFill/>
        </p:spPr>
        <p:txBody>
          <a:bodyPr wrap="square" rtlCol="0">
            <a:spAutoFit/>
          </a:bodyPr>
          <a:lstStyle/>
          <a:p>
            <a:r>
              <a:rPr lang="en-US" sz="1400">
                <a:solidFill>
                  <a:schemeClr val="accent1">
                    <a:lumMod val="75000"/>
                  </a:schemeClr>
                </a:solidFill>
              </a:rPr>
              <a:t>14€ / 4€</a:t>
            </a:r>
          </a:p>
        </p:txBody>
      </p:sp>
      <p:sp>
        <p:nvSpPr>
          <p:cNvPr id="80" name="TextBox 79">
            <a:extLst>
              <a:ext uri="{FF2B5EF4-FFF2-40B4-BE49-F238E27FC236}">
                <a16:creationId xmlns:a16="http://schemas.microsoft.com/office/drawing/2014/main" id="{998F08FD-4E4D-09D3-A0F1-3C25F02E546E}"/>
              </a:ext>
            </a:extLst>
          </p:cNvPr>
          <p:cNvSpPr txBox="1"/>
          <p:nvPr/>
        </p:nvSpPr>
        <p:spPr>
          <a:xfrm>
            <a:off x="6690051" y="7165678"/>
            <a:ext cx="909337" cy="307777"/>
          </a:xfrm>
          <a:prstGeom prst="rect">
            <a:avLst/>
          </a:prstGeom>
          <a:noFill/>
        </p:spPr>
        <p:txBody>
          <a:bodyPr wrap="square" rtlCol="0">
            <a:spAutoFit/>
          </a:bodyPr>
          <a:lstStyle/>
          <a:p>
            <a:r>
              <a:rPr lang="en-US" sz="1400">
                <a:solidFill>
                  <a:schemeClr val="accent1">
                    <a:lumMod val="75000"/>
                  </a:schemeClr>
                </a:solidFill>
              </a:rPr>
              <a:t>3€</a:t>
            </a:r>
          </a:p>
        </p:txBody>
      </p:sp>
      <p:sp>
        <p:nvSpPr>
          <p:cNvPr id="81" name="TextBox 80">
            <a:extLst>
              <a:ext uri="{FF2B5EF4-FFF2-40B4-BE49-F238E27FC236}">
                <a16:creationId xmlns:a16="http://schemas.microsoft.com/office/drawing/2014/main" id="{94528DA8-9C18-6F0A-EF8C-9455A251D9AA}"/>
              </a:ext>
            </a:extLst>
          </p:cNvPr>
          <p:cNvSpPr txBox="1"/>
          <p:nvPr/>
        </p:nvSpPr>
        <p:spPr>
          <a:xfrm>
            <a:off x="4632272" y="5846745"/>
            <a:ext cx="909337" cy="307777"/>
          </a:xfrm>
          <a:prstGeom prst="rect">
            <a:avLst/>
          </a:prstGeom>
          <a:noFill/>
        </p:spPr>
        <p:txBody>
          <a:bodyPr wrap="square" rtlCol="0">
            <a:spAutoFit/>
          </a:bodyPr>
          <a:lstStyle/>
          <a:p>
            <a:r>
              <a:rPr lang="en-US" sz="1400">
                <a:solidFill>
                  <a:schemeClr val="accent1">
                    <a:lumMod val="75000"/>
                  </a:schemeClr>
                </a:solidFill>
              </a:rPr>
              <a:t>5€</a:t>
            </a:r>
          </a:p>
        </p:txBody>
      </p:sp>
    </p:spTree>
    <p:extLst>
      <p:ext uri="{BB962C8B-B14F-4D97-AF65-F5344CB8AC3E}">
        <p14:creationId xmlns:p14="http://schemas.microsoft.com/office/powerpoint/2010/main" val="352274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p:stCondLst>
                              <p:cond delay="1000"/>
                            </p:stCondLst>
                            <p:childTnLst>
                              <p:par>
                                <p:cTn id="9" presetID="10" presetClass="entr" presetSubtype="0" fill="hold" nodeType="afterEffect">
                                  <p:stCondLst>
                                    <p:cond delay="2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250"/>
                            </p:stCondLst>
                            <p:childTnLst>
                              <p:par>
                                <p:cTn id="13" presetID="10" presetClass="entr" presetSubtype="0" fill="hold" nodeType="after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childTnLst>
                          </p:cTn>
                        </p:par>
                        <p:par>
                          <p:cTn id="16" fill="hold">
                            <p:stCondLst>
                              <p:cond delay="3500"/>
                            </p:stCondLst>
                            <p:childTnLst>
                              <p:par>
                                <p:cTn id="17" presetID="10" presetClass="entr" presetSubtype="0" fill="hold" nodeType="afterEffect">
                                  <p:stCondLst>
                                    <p:cond delay="25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childTnLst>
                                </p:cTn>
                              </p:par>
                            </p:childTnLst>
                          </p:cTn>
                        </p:par>
                        <p:par>
                          <p:cTn id="25" fill="hold">
                            <p:stCondLst>
                              <p:cond delay="1000"/>
                            </p:stCondLst>
                            <p:childTnLst>
                              <p:par>
                                <p:cTn id="26" presetID="10" presetClass="entr" presetSubtype="0" fill="hold" nodeType="afterEffect">
                                  <p:stCondLst>
                                    <p:cond delay="25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566A-6738-AA08-FF1E-140145EE6257}"/>
            </a:ext>
          </a:extLst>
        </p:cNvPr>
        <p:cNvGrpSpPr/>
        <p:nvPr/>
      </p:nvGrpSpPr>
      <p:grpSpPr>
        <a:xfrm>
          <a:off x="0" y="0"/>
          <a:ext cx="0" cy="0"/>
          <a:chOff x="0" y="0"/>
          <a:chExt cx="0" cy="0"/>
        </a:xfrm>
      </p:grpSpPr>
      <p:sp>
        <p:nvSpPr>
          <p:cNvPr id="67" name="TextBox 66">
            <a:extLst>
              <a:ext uri="{FF2B5EF4-FFF2-40B4-BE49-F238E27FC236}">
                <a16:creationId xmlns:a16="http://schemas.microsoft.com/office/drawing/2014/main" id="{85AB2C76-5E97-31CF-9C39-D945E63CCA73}"/>
              </a:ext>
            </a:extLst>
          </p:cNvPr>
          <p:cNvSpPr txBox="1"/>
          <p:nvPr/>
        </p:nvSpPr>
        <p:spPr>
          <a:xfrm>
            <a:off x="955040" y="1575643"/>
            <a:ext cx="11297920" cy="5632311"/>
          </a:xfrm>
          <a:prstGeom prst="rect">
            <a:avLst/>
          </a:prstGeom>
          <a:noFill/>
        </p:spPr>
        <p:txBody>
          <a:bodyPr wrap="square">
            <a:spAutoFit/>
          </a:bodyPr>
          <a:lstStyle/>
          <a:p>
            <a:r>
              <a:rPr lang="en-US"/>
              <a:t>APIs</a:t>
            </a:r>
          </a:p>
          <a:p>
            <a:endParaRPr lang="en-US"/>
          </a:p>
          <a:p>
            <a:pPr marL="285750" indent="-285750">
              <a:buFont typeface="Arial" panose="020B0604020202020204" pitchFamily="34" charset="0"/>
              <a:buChar char="•"/>
            </a:pPr>
            <a:r>
              <a:rPr lang="en-US"/>
              <a:t>Products — Product catalog: SKU codes, descriptions, categories, accessories</a:t>
            </a:r>
          </a:p>
          <a:p>
            <a:pPr marL="285750" indent="-285750">
              <a:buFont typeface="Arial" panose="020B0604020202020204" pitchFamily="34" charset="0"/>
              <a:buChar char="•"/>
            </a:pPr>
            <a:r>
              <a:rPr lang="en-US"/>
              <a:t>Inventory Reports — Stock levels by warehouse and product</a:t>
            </a:r>
          </a:p>
          <a:p>
            <a:pPr marL="285750" indent="-285750">
              <a:buFont typeface="Arial" panose="020B0604020202020204" pitchFamily="34" charset="0"/>
              <a:buChar char="•"/>
            </a:pPr>
            <a:r>
              <a:rPr lang="en-US"/>
              <a:t>Sales Orders — Customer orders: what was sold, to whom, when</a:t>
            </a:r>
          </a:p>
          <a:p>
            <a:pPr marL="285750" indent="-285750">
              <a:buFont typeface="Arial" panose="020B0604020202020204" pitchFamily="34" charset="0"/>
              <a:buChar char="•"/>
            </a:pPr>
            <a:r>
              <a:rPr lang="en-US"/>
              <a:t>Purchases — Purchase orders to suppliers: what was ordered, quantities, dates</a:t>
            </a:r>
          </a:p>
          <a:p>
            <a:pPr marL="285750" indent="-285750">
              <a:buFont typeface="Arial" panose="020B0604020202020204" pitchFamily="34" charset="0"/>
              <a:buChar char="•"/>
            </a:pPr>
            <a:r>
              <a:rPr lang="en-US"/>
              <a:t>Distribution Order Inbound — Warehouse transfers: origin, destination, quantities, shipment dates</a:t>
            </a:r>
          </a:p>
          <a:p>
            <a:endParaRPr lang="en-US"/>
          </a:p>
          <a:p>
            <a:endParaRPr lang="en-US"/>
          </a:p>
          <a:p>
            <a:r>
              <a:rPr lang="en-US"/>
              <a:t>Excel Files</a:t>
            </a:r>
          </a:p>
          <a:p>
            <a:endParaRPr lang="en-US"/>
          </a:p>
          <a:p>
            <a:pPr marL="285750" indent="-285750">
              <a:buFont typeface="Arial" panose="020B0604020202020204" pitchFamily="34" charset="0"/>
              <a:buChar char="•"/>
            </a:pPr>
            <a:r>
              <a:rPr lang="en-US"/>
              <a:t>Inventory Guide — Product master list with suppliers, families, physical attributes, and costs</a:t>
            </a:r>
          </a:p>
          <a:p>
            <a:pPr marL="285750" indent="-285750">
              <a:buFont typeface="Arial" panose="020B0604020202020204" pitchFamily="34" charset="0"/>
              <a:buChar char="•"/>
            </a:pPr>
            <a:r>
              <a:rPr lang="en-US"/>
              <a:t>Parts Master APAC — Product details for the Asia-Pacific region</a:t>
            </a:r>
          </a:p>
          <a:p>
            <a:pPr marL="285750" indent="-285750">
              <a:buFont typeface="Arial" panose="020B0604020202020204" pitchFamily="34" charset="0"/>
              <a:buChar char="•"/>
            </a:pPr>
            <a:r>
              <a:rPr lang="en-US"/>
              <a:t>ScanSource Launch Inventory — US channel partner product catalog</a:t>
            </a:r>
          </a:p>
          <a:p>
            <a:pPr marL="285750" indent="-285750">
              <a:buFont typeface="Arial" panose="020B0604020202020204" pitchFamily="34" charset="0"/>
              <a:buChar char="•"/>
            </a:pPr>
            <a:r>
              <a:rPr lang="en-US"/>
              <a:t>EMEA Stock Levels Dashboard — Current stock positions across European warehouses</a:t>
            </a:r>
          </a:p>
          <a:p>
            <a:pPr marL="285750" indent="-285750">
              <a:buFont typeface="Arial" panose="020B0604020202020204" pitchFamily="34" charset="0"/>
              <a:buChar char="•"/>
            </a:pPr>
            <a:r>
              <a:rPr lang="en-US"/>
              <a:t>APAC Stock Levels Dashboard — Current stock positions across Asia-Pacific warehouses</a:t>
            </a:r>
          </a:p>
          <a:p>
            <a:pPr marL="285750" indent="-285750">
              <a:buFont typeface="Arial" panose="020B0604020202020204" pitchFamily="34" charset="0"/>
              <a:buChar char="•"/>
            </a:pPr>
            <a:r>
              <a:rPr lang="en-US"/>
              <a:t>NA Stock Levels Dashboard — Current stock positions across North American warehouses</a:t>
            </a:r>
          </a:p>
          <a:p>
            <a:pPr marL="285750" indent="-285750">
              <a:buFont typeface="Arial" panose="020B0604020202020204" pitchFamily="34" charset="0"/>
              <a:buChar char="•"/>
            </a:pPr>
            <a:r>
              <a:rPr lang="en-US" err="1"/>
              <a:t>AfP</a:t>
            </a:r>
            <a:r>
              <a:rPr lang="en-US"/>
              <a:t> Terminal Forecast — Forward-looking demand forecast by region and product</a:t>
            </a:r>
          </a:p>
          <a:p>
            <a:pPr marL="285750" indent="-285750">
              <a:buFont typeface="Arial" panose="020B0604020202020204" pitchFamily="34" charset="0"/>
              <a:buChar char="•"/>
            </a:pPr>
            <a:r>
              <a:rPr lang="en-US"/>
              <a:t>NA Demand Dashboard — North America demand forecast by terminal model</a:t>
            </a:r>
          </a:p>
          <a:p>
            <a:pPr marL="285750" indent="-285750">
              <a:buFont typeface="Arial" panose="020B0604020202020204" pitchFamily="34" charset="0"/>
              <a:buChar char="•"/>
            </a:pPr>
            <a:r>
              <a:rPr lang="en-US"/>
              <a:t>Large Opportunities — Sales pipeline: prospective deals by region and product</a:t>
            </a:r>
          </a:p>
        </p:txBody>
      </p:sp>
      <p:pic>
        <p:nvPicPr>
          <p:cNvPr id="68" name="Graphic 67" descr="Server outline">
            <a:extLst>
              <a:ext uri="{FF2B5EF4-FFF2-40B4-BE49-F238E27FC236}">
                <a16:creationId xmlns:a16="http://schemas.microsoft.com/office/drawing/2014/main" id="{30139938-9F44-4A65-2BEE-342C23D625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3920" y="1298645"/>
            <a:ext cx="914400" cy="914400"/>
          </a:xfrm>
          <a:prstGeom prst="rect">
            <a:avLst/>
          </a:prstGeom>
        </p:spPr>
      </p:pic>
      <p:pic>
        <p:nvPicPr>
          <p:cNvPr id="69" name="Picture 68">
            <a:extLst>
              <a:ext uri="{FF2B5EF4-FFF2-40B4-BE49-F238E27FC236}">
                <a16:creationId xmlns:a16="http://schemas.microsoft.com/office/drawing/2014/main" id="{75E2AA41-39E0-1878-BAE5-284AADBFAF11}"/>
              </a:ext>
            </a:extLst>
          </p:cNvPr>
          <p:cNvPicPr>
            <a:picLocks noChangeAspect="1"/>
          </p:cNvPicPr>
          <p:nvPr/>
        </p:nvPicPr>
        <p:blipFill>
          <a:blip r:embed="rId3"/>
          <a:stretch>
            <a:fillRect/>
          </a:stretch>
        </p:blipFill>
        <p:spPr>
          <a:xfrm>
            <a:off x="2377440" y="3603977"/>
            <a:ext cx="914400" cy="914400"/>
          </a:xfrm>
          <a:prstGeom prst="rect">
            <a:avLst/>
          </a:prstGeom>
        </p:spPr>
      </p:pic>
      <p:sp>
        <p:nvSpPr>
          <p:cNvPr id="83" name="TextBox 82">
            <a:extLst>
              <a:ext uri="{FF2B5EF4-FFF2-40B4-BE49-F238E27FC236}">
                <a16:creationId xmlns:a16="http://schemas.microsoft.com/office/drawing/2014/main" id="{C65B64FC-EB88-5756-A844-8118DB06FA13}"/>
              </a:ext>
            </a:extLst>
          </p:cNvPr>
          <p:cNvSpPr txBox="1"/>
          <p:nvPr/>
        </p:nvSpPr>
        <p:spPr>
          <a:xfrm>
            <a:off x="550546" y="219456"/>
            <a:ext cx="10676254" cy="572464"/>
          </a:xfrm>
          <a:prstGeom prst="rect">
            <a:avLst/>
          </a:prstGeom>
          <a:noFill/>
        </p:spPr>
        <p:txBody>
          <a:bodyPr wrap="square">
            <a:spAutoFit/>
          </a:bodyPr>
          <a:lstStyle/>
          <a:p>
            <a:pPr algn="l"/>
            <a:r>
              <a:rPr sz="3120" b="1">
                <a:solidFill>
                  <a:srgbClr val="222222"/>
                </a:solidFill>
              </a:rPr>
              <a:t>Understanding your Data</a:t>
            </a:r>
            <a:r>
              <a:rPr lang="en-US" sz="3120" b="1">
                <a:solidFill>
                  <a:srgbClr val="222222"/>
                </a:solidFill>
              </a:rPr>
              <a:t> – Input Files</a:t>
            </a:r>
            <a:endParaRPr sz="3120" b="1">
              <a:solidFill>
                <a:srgbClr val="222222"/>
              </a:solidFill>
            </a:endParaRPr>
          </a:p>
        </p:txBody>
      </p:sp>
    </p:spTree>
    <p:extLst>
      <p:ext uri="{BB962C8B-B14F-4D97-AF65-F5344CB8AC3E}">
        <p14:creationId xmlns:p14="http://schemas.microsoft.com/office/powerpoint/2010/main" val="60919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0546" y="219456"/>
            <a:ext cx="10676254" cy="572464"/>
          </a:xfrm>
          <a:prstGeom prst="rect">
            <a:avLst/>
          </a:prstGeom>
          <a:noFill/>
        </p:spPr>
        <p:txBody>
          <a:bodyPr wrap="square">
            <a:spAutoFit/>
          </a:bodyPr>
          <a:lstStyle/>
          <a:p>
            <a:pPr algn="l"/>
            <a:r>
              <a:rPr sz="3120" b="1">
                <a:solidFill>
                  <a:srgbClr val="222222"/>
                </a:solidFill>
              </a:rPr>
              <a:t>Understanding your Data</a:t>
            </a:r>
            <a:r>
              <a:rPr lang="en-US" sz="3120" b="1">
                <a:solidFill>
                  <a:srgbClr val="222222"/>
                </a:solidFill>
              </a:rPr>
              <a:t> – Building the POC Dataset</a:t>
            </a:r>
            <a:endParaRPr sz="3120" b="1">
              <a:solidFill>
                <a:srgbClr val="222222"/>
              </a:solidFill>
            </a:endParaRPr>
          </a:p>
        </p:txBody>
      </p:sp>
      <p:sp>
        <p:nvSpPr>
          <p:cNvPr id="4" name="Rectangle 3"/>
          <p:cNvSpPr/>
          <p:nvPr/>
        </p:nvSpPr>
        <p:spPr>
          <a:xfrm>
            <a:off x="331090" y="1097280"/>
            <a:ext cx="4059936" cy="41696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 name="TextBox 4"/>
          <p:cNvSpPr txBox="1"/>
          <p:nvPr/>
        </p:nvSpPr>
        <p:spPr>
          <a:xfrm>
            <a:off x="418872" y="1141171"/>
            <a:ext cx="3840480" cy="313932"/>
          </a:xfrm>
          <a:prstGeom prst="rect">
            <a:avLst/>
          </a:prstGeom>
          <a:noFill/>
        </p:spPr>
        <p:txBody>
          <a:bodyPr wrap="square" lIns="109728" tIns="54864" rIns="109728" bIns="54864" anchor="t">
            <a:spAutoFit/>
          </a:bodyPr>
          <a:lstStyle/>
          <a:p>
            <a:pPr algn="l"/>
            <a:r>
              <a:rPr sz="1320" b="1" dirty="0">
                <a:solidFill>
                  <a:srgbClr val="0ABF53"/>
                </a:solidFill>
              </a:rPr>
              <a:t>  </a:t>
            </a:r>
            <a:r>
              <a:rPr lang="en-US" sz="1320" b="1" dirty="0">
                <a:solidFill>
                  <a:srgbClr val="0ABF53"/>
                </a:solidFill>
              </a:rPr>
              <a:t>TERMINAL-DISTRIBUTOR</a:t>
            </a:r>
            <a:r>
              <a:rPr sz="1320" b="1" dirty="0">
                <a:solidFill>
                  <a:srgbClr val="0ABF53"/>
                </a:solidFill>
              </a:rPr>
              <a:t> Raw Data</a:t>
            </a:r>
          </a:p>
        </p:txBody>
      </p:sp>
      <p:sp>
        <p:nvSpPr>
          <p:cNvPr id="6" name="Rectangle 5"/>
          <p:cNvSpPr/>
          <p:nvPr/>
        </p:nvSpPr>
        <p:spPr>
          <a:xfrm>
            <a:off x="4994530" y="1422400"/>
            <a:ext cx="4608576" cy="41696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 name="TextBox 6"/>
          <p:cNvSpPr txBox="1"/>
          <p:nvPr/>
        </p:nvSpPr>
        <p:spPr>
          <a:xfrm>
            <a:off x="5071339" y="1466291"/>
            <a:ext cx="4389120" cy="313932"/>
          </a:xfrm>
          <a:prstGeom prst="rect">
            <a:avLst/>
          </a:prstGeom>
          <a:noFill/>
        </p:spPr>
        <p:txBody>
          <a:bodyPr wrap="square" lIns="109728" tIns="54864" rIns="109728" bIns="54864" anchor="t">
            <a:spAutoFit/>
          </a:bodyPr>
          <a:lstStyle/>
          <a:p>
            <a:pPr algn="l"/>
            <a:r>
              <a:rPr sz="1320" b="1">
                <a:solidFill>
                  <a:srgbClr val="0066CC"/>
                </a:solidFill>
              </a:rPr>
              <a:t>Automated Pipeline</a:t>
            </a:r>
          </a:p>
        </p:txBody>
      </p:sp>
      <p:sp>
        <p:nvSpPr>
          <p:cNvPr id="8" name="Rectangle 7"/>
          <p:cNvSpPr/>
          <p:nvPr/>
        </p:nvSpPr>
        <p:spPr>
          <a:xfrm>
            <a:off x="10261474" y="1097280"/>
            <a:ext cx="4005072" cy="41696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 name="TextBox 8"/>
          <p:cNvSpPr txBox="1"/>
          <p:nvPr/>
        </p:nvSpPr>
        <p:spPr>
          <a:xfrm>
            <a:off x="10338283" y="1141171"/>
            <a:ext cx="3840480" cy="313932"/>
          </a:xfrm>
          <a:prstGeom prst="rect">
            <a:avLst/>
          </a:prstGeom>
          <a:noFill/>
        </p:spPr>
        <p:txBody>
          <a:bodyPr wrap="square" lIns="109728" tIns="54864" rIns="109728" bIns="54864" anchor="t">
            <a:spAutoFit/>
          </a:bodyPr>
          <a:lstStyle/>
          <a:p>
            <a:r>
              <a:rPr lang="en-US" sz="1320" b="1">
                <a:solidFill>
                  <a:srgbClr val="0ABF53"/>
                </a:solidFill>
              </a:rPr>
              <a:t>Supply </a:t>
            </a:r>
            <a:r>
              <a:rPr sz="1320" b="1">
                <a:solidFill>
                  <a:srgbClr val="0ABF53"/>
                </a:solidFill>
              </a:rPr>
              <a:t>Planning Model</a:t>
            </a:r>
          </a:p>
        </p:txBody>
      </p:sp>
      <p:sp>
        <p:nvSpPr>
          <p:cNvPr id="10" name="TextBox 9"/>
          <p:cNvSpPr txBox="1"/>
          <p:nvPr/>
        </p:nvSpPr>
        <p:spPr>
          <a:xfrm>
            <a:off x="331090" y="1623975"/>
            <a:ext cx="4059936" cy="267766"/>
          </a:xfrm>
          <a:prstGeom prst="rect">
            <a:avLst/>
          </a:prstGeom>
          <a:noFill/>
        </p:spPr>
        <p:txBody>
          <a:bodyPr wrap="square">
            <a:spAutoFit/>
          </a:bodyPr>
          <a:lstStyle/>
          <a:p>
            <a:pPr algn="l"/>
            <a:r>
              <a:rPr sz="1140" b="1">
                <a:solidFill>
                  <a:srgbClr val="222222"/>
                </a:solidFill>
              </a:rPr>
              <a:t>API Endpoints  (5)</a:t>
            </a:r>
          </a:p>
        </p:txBody>
      </p:sp>
      <p:sp>
        <p:nvSpPr>
          <p:cNvPr id="11" name="Rectangle 10"/>
          <p:cNvSpPr/>
          <p:nvPr/>
        </p:nvSpPr>
        <p:spPr>
          <a:xfrm>
            <a:off x="331090" y="1953159"/>
            <a:ext cx="4059936" cy="482803"/>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2" name="Rectangle 11"/>
          <p:cNvSpPr/>
          <p:nvPr/>
        </p:nvSpPr>
        <p:spPr>
          <a:xfrm>
            <a:off x="331089" y="1953159"/>
            <a:ext cx="76810" cy="482803"/>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3" name="TextBox 12"/>
          <p:cNvSpPr txBox="1"/>
          <p:nvPr/>
        </p:nvSpPr>
        <p:spPr>
          <a:xfrm>
            <a:off x="462763" y="1997050"/>
            <a:ext cx="3884371" cy="286232"/>
          </a:xfrm>
          <a:prstGeom prst="rect">
            <a:avLst/>
          </a:prstGeom>
          <a:noFill/>
        </p:spPr>
        <p:txBody>
          <a:bodyPr wrap="square" lIns="109728" tIns="54864" rIns="109728" bIns="54864" anchor="t">
            <a:spAutoFit/>
          </a:bodyPr>
          <a:lstStyle/>
          <a:p>
            <a:pPr algn="l"/>
            <a:r>
              <a:rPr sz="1140" b="1">
                <a:solidFill>
                  <a:srgbClr val="222222"/>
                </a:solidFill>
              </a:rPr>
              <a:t> Products API</a:t>
            </a:r>
          </a:p>
        </p:txBody>
      </p:sp>
      <p:sp>
        <p:nvSpPr>
          <p:cNvPr id="14" name="TextBox 13"/>
          <p:cNvSpPr txBox="1"/>
          <p:nvPr/>
        </p:nvSpPr>
        <p:spPr>
          <a:xfrm>
            <a:off x="462763" y="2184904"/>
            <a:ext cx="3884371" cy="240066"/>
          </a:xfrm>
          <a:prstGeom prst="rect">
            <a:avLst/>
          </a:prstGeom>
          <a:noFill/>
        </p:spPr>
        <p:txBody>
          <a:bodyPr wrap="square">
            <a:spAutoFit/>
          </a:bodyPr>
          <a:lstStyle/>
          <a:p>
            <a:pPr algn="l"/>
            <a:r>
              <a:rPr sz="960">
                <a:solidFill>
                  <a:srgbClr val="888888"/>
                </a:solidFill>
              </a:rPr>
              <a:t>486 SKUs, families, substitutions</a:t>
            </a:r>
          </a:p>
        </p:txBody>
      </p:sp>
      <p:sp>
        <p:nvSpPr>
          <p:cNvPr id="15" name="Rectangle 14"/>
          <p:cNvSpPr/>
          <p:nvPr/>
        </p:nvSpPr>
        <p:spPr>
          <a:xfrm>
            <a:off x="331090" y="2468880"/>
            <a:ext cx="4059936" cy="482803"/>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6" name="Rectangle 15"/>
          <p:cNvSpPr/>
          <p:nvPr/>
        </p:nvSpPr>
        <p:spPr>
          <a:xfrm>
            <a:off x="331089" y="2468880"/>
            <a:ext cx="76810" cy="482803"/>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7" name="TextBox 16"/>
          <p:cNvSpPr txBox="1"/>
          <p:nvPr/>
        </p:nvSpPr>
        <p:spPr>
          <a:xfrm>
            <a:off x="462763" y="2512771"/>
            <a:ext cx="3884371" cy="286232"/>
          </a:xfrm>
          <a:prstGeom prst="rect">
            <a:avLst/>
          </a:prstGeom>
          <a:noFill/>
        </p:spPr>
        <p:txBody>
          <a:bodyPr wrap="square" lIns="109728" tIns="54864" rIns="109728" bIns="54864" anchor="t">
            <a:spAutoFit/>
          </a:bodyPr>
          <a:lstStyle/>
          <a:p>
            <a:pPr algn="l"/>
            <a:r>
              <a:rPr sz="1140" b="1">
                <a:solidFill>
                  <a:srgbClr val="222222"/>
                </a:solidFill>
              </a:rPr>
              <a:t>Inventory API</a:t>
            </a:r>
          </a:p>
        </p:txBody>
      </p:sp>
      <p:sp>
        <p:nvSpPr>
          <p:cNvPr id="18" name="TextBox 17"/>
          <p:cNvSpPr txBox="1"/>
          <p:nvPr/>
        </p:nvSpPr>
        <p:spPr>
          <a:xfrm>
            <a:off x="462763" y="2700625"/>
            <a:ext cx="3884371" cy="240066"/>
          </a:xfrm>
          <a:prstGeom prst="rect">
            <a:avLst/>
          </a:prstGeom>
          <a:noFill/>
        </p:spPr>
        <p:txBody>
          <a:bodyPr wrap="square">
            <a:spAutoFit/>
          </a:bodyPr>
          <a:lstStyle/>
          <a:p>
            <a:pPr algn="l"/>
            <a:r>
              <a:rPr sz="960">
                <a:solidFill>
                  <a:srgbClr val="888888"/>
                </a:solidFill>
              </a:rPr>
              <a:t>Stock by location and state</a:t>
            </a:r>
          </a:p>
        </p:txBody>
      </p:sp>
      <p:sp>
        <p:nvSpPr>
          <p:cNvPr id="19" name="Rectangle 18"/>
          <p:cNvSpPr/>
          <p:nvPr/>
        </p:nvSpPr>
        <p:spPr>
          <a:xfrm>
            <a:off x="331090" y="2984602"/>
            <a:ext cx="4059936" cy="482803"/>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0" name="Rectangle 19"/>
          <p:cNvSpPr/>
          <p:nvPr/>
        </p:nvSpPr>
        <p:spPr>
          <a:xfrm>
            <a:off x="331089" y="2984602"/>
            <a:ext cx="76810" cy="482803"/>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1" name="TextBox 20"/>
          <p:cNvSpPr txBox="1"/>
          <p:nvPr/>
        </p:nvSpPr>
        <p:spPr>
          <a:xfrm>
            <a:off x="462763" y="3028493"/>
            <a:ext cx="3884371" cy="286232"/>
          </a:xfrm>
          <a:prstGeom prst="rect">
            <a:avLst/>
          </a:prstGeom>
          <a:noFill/>
        </p:spPr>
        <p:txBody>
          <a:bodyPr wrap="square" lIns="109728" tIns="54864" rIns="109728" bIns="54864" anchor="t">
            <a:spAutoFit/>
          </a:bodyPr>
          <a:lstStyle/>
          <a:p>
            <a:pPr algn="l"/>
            <a:r>
              <a:rPr sz="1140" b="1">
                <a:solidFill>
                  <a:srgbClr val="222222"/>
                </a:solidFill>
              </a:rPr>
              <a:t>Sales Orders API</a:t>
            </a:r>
          </a:p>
        </p:txBody>
      </p:sp>
      <p:sp>
        <p:nvSpPr>
          <p:cNvPr id="22" name="TextBox 21"/>
          <p:cNvSpPr txBox="1"/>
          <p:nvPr/>
        </p:nvSpPr>
        <p:spPr>
          <a:xfrm>
            <a:off x="462763" y="3216347"/>
            <a:ext cx="3884371" cy="240066"/>
          </a:xfrm>
          <a:prstGeom prst="rect">
            <a:avLst/>
          </a:prstGeom>
          <a:noFill/>
        </p:spPr>
        <p:txBody>
          <a:bodyPr wrap="square">
            <a:spAutoFit/>
          </a:bodyPr>
          <a:lstStyle/>
          <a:p>
            <a:pPr algn="l"/>
            <a:r>
              <a:rPr sz="960">
                <a:solidFill>
                  <a:srgbClr val="888888"/>
                </a:solidFill>
              </a:rPr>
              <a:t>Historical demand + dispatch</a:t>
            </a:r>
          </a:p>
        </p:txBody>
      </p:sp>
      <p:sp>
        <p:nvSpPr>
          <p:cNvPr id="23" name="Rectangle 22"/>
          <p:cNvSpPr/>
          <p:nvPr/>
        </p:nvSpPr>
        <p:spPr>
          <a:xfrm>
            <a:off x="331090" y="3500322"/>
            <a:ext cx="4059936" cy="482803"/>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4" name="Rectangle 23"/>
          <p:cNvSpPr/>
          <p:nvPr/>
        </p:nvSpPr>
        <p:spPr>
          <a:xfrm>
            <a:off x="331089" y="3500322"/>
            <a:ext cx="76810" cy="482803"/>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5" name="TextBox 24"/>
          <p:cNvSpPr txBox="1"/>
          <p:nvPr/>
        </p:nvSpPr>
        <p:spPr>
          <a:xfrm>
            <a:off x="462763" y="3544213"/>
            <a:ext cx="3884371" cy="286232"/>
          </a:xfrm>
          <a:prstGeom prst="rect">
            <a:avLst/>
          </a:prstGeom>
          <a:noFill/>
        </p:spPr>
        <p:txBody>
          <a:bodyPr wrap="square" lIns="109728" tIns="54864" rIns="109728" bIns="54864" anchor="t">
            <a:spAutoFit/>
          </a:bodyPr>
          <a:lstStyle/>
          <a:p>
            <a:pPr algn="l"/>
            <a:r>
              <a:rPr sz="1140" b="1">
                <a:solidFill>
                  <a:srgbClr val="222222"/>
                </a:solidFill>
              </a:rPr>
              <a:t>Dispatch Inbound API</a:t>
            </a:r>
          </a:p>
        </p:txBody>
      </p:sp>
      <p:sp>
        <p:nvSpPr>
          <p:cNvPr id="26" name="TextBox 25"/>
          <p:cNvSpPr txBox="1"/>
          <p:nvPr/>
        </p:nvSpPr>
        <p:spPr>
          <a:xfrm>
            <a:off x="462763" y="3732069"/>
            <a:ext cx="3884371" cy="240066"/>
          </a:xfrm>
          <a:prstGeom prst="rect">
            <a:avLst/>
          </a:prstGeom>
          <a:noFill/>
        </p:spPr>
        <p:txBody>
          <a:bodyPr wrap="square">
            <a:spAutoFit/>
          </a:bodyPr>
          <a:lstStyle/>
          <a:p>
            <a:pPr algn="l"/>
            <a:r>
              <a:rPr sz="960">
                <a:solidFill>
                  <a:srgbClr val="888888"/>
                </a:solidFill>
              </a:rPr>
              <a:t>PO receipts + serial tracking</a:t>
            </a:r>
          </a:p>
        </p:txBody>
      </p:sp>
      <p:sp>
        <p:nvSpPr>
          <p:cNvPr id="27" name="Rectangle 26"/>
          <p:cNvSpPr/>
          <p:nvPr/>
        </p:nvSpPr>
        <p:spPr>
          <a:xfrm>
            <a:off x="331090" y="4016044"/>
            <a:ext cx="4059936" cy="482803"/>
          </a:xfrm>
          <a:prstGeom prst="rect">
            <a:avLst/>
          </a:prstGeom>
          <a:solidFill>
            <a:srgbClr val="F8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8" name="Rectangle 27"/>
          <p:cNvSpPr/>
          <p:nvPr/>
        </p:nvSpPr>
        <p:spPr>
          <a:xfrm>
            <a:off x="331089" y="4016044"/>
            <a:ext cx="76810" cy="482803"/>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29" name="TextBox 28"/>
          <p:cNvSpPr txBox="1"/>
          <p:nvPr/>
        </p:nvSpPr>
        <p:spPr>
          <a:xfrm>
            <a:off x="462763" y="4059935"/>
            <a:ext cx="3884371" cy="286232"/>
          </a:xfrm>
          <a:prstGeom prst="rect">
            <a:avLst/>
          </a:prstGeom>
          <a:noFill/>
        </p:spPr>
        <p:txBody>
          <a:bodyPr wrap="square" lIns="109728" tIns="54864" rIns="109728" bIns="54864" anchor="t">
            <a:spAutoFit/>
          </a:bodyPr>
          <a:lstStyle/>
          <a:p>
            <a:r>
              <a:rPr sz="1140" b="1">
                <a:solidFill>
                  <a:srgbClr val="222222"/>
                </a:solidFill>
              </a:rPr>
              <a:t>Dispatch Outbound API</a:t>
            </a:r>
          </a:p>
        </p:txBody>
      </p:sp>
      <p:sp>
        <p:nvSpPr>
          <p:cNvPr id="30" name="TextBox 29"/>
          <p:cNvSpPr txBox="1"/>
          <p:nvPr/>
        </p:nvSpPr>
        <p:spPr>
          <a:xfrm>
            <a:off x="462763" y="4247790"/>
            <a:ext cx="3884371" cy="240066"/>
          </a:xfrm>
          <a:prstGeom prst="rect">
            <a:avLst/>
          </a:prstGeom>
          <a:noFill/>
        </p:spPr>
        <p:txBody>
          <a:bodyPr wrap="square">
            <a:spAutoFit/>
          </a:bodyPr>
          <a:lstStyle/>
          <a:p>
            <a:pPr algn="l"/>
            <a:r>
              <a:rPr sz="960">
                <a:solidFill>
                  <a:srgbClr val="888888"/>
                </a:solidFill>
              </a:rPr>
              <a:t>IWT confirmations + DO status</a:t>
            </a:r>
          </a:p>
        </p:txBody>
      </p:sp>
      <p:sp>
        <p:nvSpPr>
          <p:cNvPr id="31" name="TextBox 30"/>
          <p:cNvSpPr txBox="1"/>
          <p:nvPr/>
        </p:nvSpPr>
        <p:spPr>
          <a:xfrm>
            <a:off x="331090" y="4575657"/>
            <a:ext cx="4059936" cy="267766"/>
          </a:xfrm>
          <a:prstGeom prst="rect">
            <a:avLst/>
          </a:prstGeom>
          <a:noFill/>
        </p:spPr>
        <p:txBody>
          <a:bodyPr wrap="square">
            <a:spAutoFit/>
          </a:bodyPr>
          <a:lstStyle/>
          <a:p>
            <a:pPr algn="l"/>
            <a:r>
              <a:rPr sz="1140" b="1">
                <a:solidFill>
                  <a:srgbClr val="222222"/>
                </a:solidFill>
              </a:rPr>
              <a:t>Excel Files  (6)</a:t>
            </a:r>
          </a:p>
        </p:txBody>
      </p:sp>
      <p:sp>
        <p:nvSpPr>
          <p:cNvPr id="32" name="Rectangle 31"/>
          <p:cNvSpPr/>
          <p:nvPr/>
        </p:nvSpPr>
        <p:spPr>
          <a:xfrm>
            <a:off x="331090" y="4904841"/>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3" name="Rectangle 32"/>
          <p:cNvSpPr/>
          <p:nvPr/>
        </p:nvSpPr>
        <p:spPr>
          <a:xfrm>
            <a:off x="331089" y="4904841"/>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4" name="TextBox 33"/>
          <p:cNvSpPr txBox="1"/>
          <p:nvPr/>
        </p:nvSpPr>
        <p:spPr>
          <a:xfrm>
            <a:off x="462763" y="4948732"/>
            <a:ext cx="3884371" cy="286232"/>
          </a:xfrm>
          <a:prstGeom prst="rect">
            <a:avLst/>
          </a:prstGeom>
          <a:noFill/>
        </p:spPr>
        <p:txBody>
          <a:bodyPr wrap="square" lIns="109728" tIns="54864" rIns="109728" bIns="54864" anchor="t">
            <a:spAutoFit/>
          </a:bodyPr>
          <a:lstStyle/>
          <a:p>
            <a:pPr algn="l"/>
            <a:r>
              <a:rPr sz="1140" b="1">
                <a:solidFill>
                  <a:srgbClr val="222222"/>
                </a:solidFill>
              </a:rPr>
              <a:t> Inventory Guide</a:t>
            </a:r>
          </a:p>
        </p:txBody>
      </p:sp>
      <p:sp>
        <p:nvSpPr>
          <p:cNvPr id="35" name="TextBox 34"/>
          <p:cNvSpPr txBox="1"/>
          <p:nvPr/>
        </p:nvSpPr>
        <p:spPr>
          <a:xfrm>
            <a:off x="462763" y="5083918"/>
            <a:ext cx="3884371" cy="240066"/>
          </a:xfrm>
          <a:prstGeom prst="rect">
            <a:avLst/>
          </a:prstGeom>
          <a:noFill/>
        </p:spPr>
        <p:txBody>
          <a:bodyPr wrap="square">
            <a:spAutoFit/>
          </a:bodyPr>
          <a:lstStyle/>
          <a:p>
            <a:pPr algn="l"/>
            <a:r>
              <a:rPr sz="960">
                <a:solidFill>
                  <a:srgbClr val="888888"/>
                </a:solidFill>
              </a:rPr>
              <a:t>Warehouse parameters</a:t>
            </a:r>
          </a:p>
        </p:txBody>
      </p:sp>
      <p:sp>
        <p:nvSpPr>
          <p:cNvPr id="36" name="Rectangle 35"/>
          <p:cNvSpPr/>
          <p:nvPr/>
        </p:nvSpPr>
        <p:spPr>
          <a:xfrm>
            <a:off x="331090" y="5310834"/>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7" name="Rectangle 36"/>
          <p:cNvSpPr/>
          <p:nvPr/>
        </p:nvSpPr>
        <p:spPr>
          <a:xfrm>
            <a:off x="331089" y="5310834"/>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38" name="TextBox 37"/>
          <p:cNvSpPr txBox="1"/>
          <p:nvPr/>
        </p:nvSpPr>
        <p:spPr>
          <a:xfrm>
            <a:off x="462763" y="5354725"/>
            <a:ext cx="3884371" cy="286232"/>
          </a:xfrm>
          <a:prstGeom prst="rect">
            <a:avLst/>
          </a:prstGeom>
          <a:noFill/>
        </p:spPr>
        <p:txBody>
          <a:bodyPr wrap="square" lIns="109728" tIns="54864" rIns="109728" bIns="54864" anchor="t">
            <a:spAutoFit/>
          </a:bodyPr>
          <a:lstStyle/>
          <a:p>
            <a:pPr algn="l"/>
            <a:r>
              <a:rPr sz="1140" b="1">
                <a:solidFill>
                  <a:srgbClr val="222222"/>
                </a:solidFill>
              </a:rPr>
              <a:t>Parts Master</a:t>
            </a:r>
          </a:p>
        </p:txBody>
      </p:sp>
      <p:sp>
        <p:nvSpPr>
          <p:cNvPr id="39" name="TextBox 38"/>
          <p:cNvSpPr txBox="1"/>
          <p:nvPr/>
        </p:nvSpPr>
        <p:spPr>
          <a:xfrm>
            <a:off x="462763" y="5489911"/>
            <a:ext cx="3884371" cy="240066"/>
          </a:xfrm>
          <a:prstGeom prst="rect">
            <a:avLst/>
          </a:prstGeom>
          <a:noFill/>
        </p:spPr>
        <p:txBody>
          <a:bodyPr wrap="square">
            <a:spAutoFit/>
          </a:bodyPr>
          <a:lstStyle/>
          <a:p>
            <a:pPr algn="l"/>
            <a:r>
              <a:rPr sz="960">
                <a:solidFill>
                  <a:srgbClr val="888888"/>
                </a:solidFill>
              </a:rPr>
              <a:t>Product attributes + costs</a:t>
            </a:r>
          </a:p>
        </p:txBody>
      </p:sp>
      <p:sp>
        <p:nvSpPr>
          <p:cNvPr id="40" name="Rectangle 39"/>
          <p:cNvSpPr/>
          <p:nvPr/>
        </p:nvSpPr>
        <p:spPr>
          <a:xfrm>
            <a:off x="331090" y="5716828"/>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1" name="Rectangle 40"/>
          <p:cNvSpPr/>
          <p:nvPr/>
        </p:nvSpPr>
        <p:spPr>
          <a:xfrm>
            <a:off x="331089" y="5716828"/>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2" name="TextBox 41"/>
          <p:cNvSpPr txBox="1"/>
          <p:nvPr/>
        </p:nvSpPr>
        <p:spPr>
          <a:xfrm>
            <a:off x="462763" y="5760719"/>
            <a:ext cx="3884371" cy="286232"/>
          </a:xfrm>
          <a:prstGeom prst="rect">
            <a:avLst/>
          </a:prstGeom>
          <a:noFill/>
        </p:spPr>
        <p:txBody>
          <a:bodyPr wrap="square" lIns="109728" tIns="54864" rIns="109728" bIns="54864" anchor="t">
            <a:spAutoFit/>
          </a:bodyPr>
          <a:lstStyle/>
          <a:p>
            <a:r>
              <a:rPr sz="1140" b="1" err="1">
                <a:solidFill>
                  <a:srgbClr val="222222"/>
                </a:solidFill>
              </a:rPr>
              <a:t>AfP</a:t>
            </a:r>
            <a:r>
              <a:rPr sz="1140" b="1">
                <a:solidFill>
                  <a:srgbClr val="222222"/>
                </a:solidFill>
              </a:rPr>
              <a:t> Forecast</a:t>
            </a:r>
          </a:p>
        </p:txBody>
      </p:sp>
      <p:sp>
        <p:nvSpPr>
          <p:cNvPr id="43" name="TextBox 42"/>
          <p:cNvSpPr txBox="1"/>
          <p:nvPr/>
        </p:nvSpPr>
        <p:spPr>
          <a:xfrm>
            <a:off x="462763" y="5895905"/>
            <a:ext cx="3884371" cy="240066"/>
          </a:xfrm>
          <a:prstGeom prst="rect">
            <a:avLst/>
          </a:prstGeom>
          <a:noFill/>
        </p:spPr>
        <p:txBody>
          <a:bodyPr wrap="square">
            <a:spAutoFit/>
          </a:bodyPr>
          <a:lstStyle/>
          <a:p>
            <a:pPr algn="l"/>
            <a:r>
              <a:rPr sz="960">
                <a:solidFill>
                  <a:srgbClr val="888888"/>
                </a:solidFill>
              </a:rPr>
              <a:t>Forward demand by region</a:t>
            </a:r>
          </a:p>
        </p:txBody>
      </p:sp>
      <p:sp>
        <p:nvSpPr>
          <p:cNvPr id="44" name="Rectangle 43"/>
          <p:cNvSpPr/>
          <p:nvPr/>
        </p:nvSpPr>
        <p:spPr>
          <a:xfrm>
            <a:off x="331090" y="6122821"/>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5" name="Rectangle 44"/>
          <p:cNvSpPr/>
          <p:nvPr/>
        </p:nvSpPr>
        <p:spPr>
          <a:xfrm>
            <a:off x="331089" y="6122821"/>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6" name="TextBox 45"/>
          <p:cNvSpPr txBox="1"/>
          <p:nvPr/>
        </p:nvSpPr>
        <p:spPr>
          <a:xfrm>
            <a:off x="462763" y="6166713"/>
            <a:ext cx="3884371" cy="286232"/>
          </a:xfrm>
          <a:prstGeom prst="rect">
            <a:avLst/>
          </a:prstGeom>
          <a:noFill/>
        </p:spPr>
        <p:txBody>
          <a:bodyPr wrap="square" lIns="109728" tIns="54864" rIns="109728" bIns="54864" anchor="t">
            <a:spAutoFit/>
          </a:bodyPr>
          <a:lstStyle/>
          <a:p>
            <a:pPr algn="l"/>
            <a:r>
              <a:rPr sz="1140" b="1">
                <a:solidFill>
                  <a:srgbClr val="222222"/>
                </a:solidFill>
              </a:rPr>
              <a:t>Opportunities</a:t>
            </a:r>
          </a:p>
        </p:txBody>
      </p:sp>
      <p:sp>
        <p:nvSpPr>
          <p:cNvPr id="47" name="TextBox 46"/>
          <p:cNvSpPr txBox="1"/>
          <p:nvPr/>
        </p:nvSpPr>
        <p:spPr>
          <a:xfrm>
            <a:off x="462763" y="6301899"/>
            <a:ext cx="3884371" cy="240066"/>
          </a:xfrm>
          <a:prstGeom prst="rect">
            <a:avLst/>
          </a:prstGeom>
          <a:noFill/>
        </p:spPr>
        <p:txBody>
          <a:bodyPr wrap="square">
            <a:spAutoFit/>
          </a:bodyPr>
          <a:lstStyle/>
          <a:p>
            <a:pPr algn="l"/>
            <a:r>
              <a:rPr sz="960">
                <a:solidFill>
                  <a:srgbClr val="888888"/>
                </a:solidFill>
              </a:rPr>
              <a:t>~110 pipeline deals</a:t>
            </a:r>
          </a:p>
        </p:txBody>
      </p:sp>
      <p:sp>
        <p:nvSpPr>
          <p:cNvPr id="48" name="Rectangle 47"/>
          <p:cNvSpPr/>
          <p:nvPr/>
        </p:nvSpPr>
        <p:spPr>
          <a:xfrm>
            <a:off x="331090" y="6528815"/>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49" name="Rectangle 48"/>
          <p:cNvSpPr/>
          <p:nvPr/>
        </p:nvSpPr>
        <p:spPr>
          <a:xfrm>
            <a:off x="331089" y="6528815"/>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0" name="TextBox 49"/>
          <p:cNvSpPr txBox="1"/>
          <p:nvPr/>
        </p:nvSpPr>
        <p:spPr>
          <a:xfrm>
            <a:off x="462763" y="6572706"/>
            <a:ext cx="3884371" cy="286232"/>
          </a:xfrm>
          <a:prstGeom prst="rect">
            <a:avLst/>
          </a:prstGeom>
          <a:noFill/>
        </p:spPr>
        <p:txBody>
          <a:bodyPr wrap="square" lIns="109728" tIns="54864" rIns="109728" bIns="54864" anchor="t">
            <a:spAutoFit/>
          </a:bodyPr>
          <a:lstStyle/>
          <a:p>
            <a:pPr algn="l"/>
            <a:r>
              <a:rPr sz="1140" b="1">
                <a:solidFill>
                  <a:srgbClr val="222222"/>
                </a:solidFill>
              </a:rPr>
              <a:t>Stock Balance</a:t>
            </a:r>
          </a:p>
        </p:txBody>
      </p:sp>
      <p:sp>
        <p:nvSpPr>
          <p:cNvPr id="51" name="TextBox 50"/>
          <p:cNvSpPr txBox="1"/>
          <p:nvPr/>
        </p:nvSpPr>
        <p:spPr>
          <a:xfrm>
            <a:off x="462763" y="6707892"/>
            <a:ext cx="3884371" cy="240066"/>
          </a:xfrm>
          <a:prstGeom prst="rect">
            <a:avLst/>
          </a:prstGeom>
          <a:noFill/>
        </p:spPr>
        <p:txBody>
          <a:bodyPr wrap="square">
            <a:spAutoFit/>
          </a:bodyPr>
          <a:lstStyle/>
          <a:p>
            <a:pPr algn="l"/>
            <a:r>
              <a:rPr sz="960">
                <a:solidFill>
                  <a:srgbClr val="888888"/>
                </a:solidFill>
              </a:rPr>
              <a:t>EMEA inventory snapshot</a:t>
            </a:r>
          </a:p>
        </p:txBody>
      </p:sp>
      <p:sp>
        <p:nvSpPr>
          <p:cNvPr id="52" name="Rectangle 51"/>
          <p:cNvSpPr/>
          <p:nvPr/>
        </p:nvSpPr>
        <p:spPr>
          <a:xfrm>
            <a:off x="331090" y="6934809"/>
            <a:ext cx="4059936" cy="373075"/>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3" name="Rectangle 52"/>
          <p:cNvSpPr/>
          <p:nvPr/>
        </p:nvSpPr>
        <p:spPr>
          <a:xfrm>
            <a:off x="331089" y="6934809"/>
            <a:ext cx="76810" cy="373075"/>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4" name="TextBox 53"/>
          <p:cNvSpPr txBox="1"/>
          <p:nvPr/>
        </p:nvSpPr>
        <p:spPr>
          <a:xfrm>
            <a:off x="462763" y="6978700"/>
            <a:ext cx="3884371" cy="286232"/>
          </a:xfrm>
          <a:prstGeom prst="rect">
            <a:avLst/>
          </a:prstGeom>
          <a:noFill/>
        </p:spPr>
        <p:txBody>
          <a:bodyPr wrap="square" lIns="109728" tIns="54864" rIns="109728" bIns="54864" anchor="t">
            <a:spAutoFit/>
          </a:bodyPr>
          <a:lstStyle/>
          <a:p>
            <a:pPr algn="l"/>
            <a:r>
              <a:rPr sz="1140" b="1">
                <a:solidFill>
                  <a:srgbClr val="222222"/>
                </a:solidFill>
              </a:rPr>
              <a:t>ScanSource Catalog</a:t>
            </a:r>
          </a:p>
        </p:txBody>
      </p:sp>
      <p:sp>
        <p:nvSpPr>
          <p:cNvPr id="55" name="TextBox 54"/>
          <p:cNvSpPr txBox="1"/>
          <p:nvPr/>
        </p:nvSpPr>
        <p:spPr>
          <a:xfrm>
            <a:off x="462763" y="7113886"/>
            <a:ext cx="3884371" cy="240066"/>
          </a:xfrm>
          <a:prstGeom prst="rect">
            <a:avLst/>
          </a:prstGeom>
          <a:noFill/>
        </p:spPr>
        <p:txBody>
          <a:bodyPr wrap="square">
            <a:spAutoFit/>
          </a:bodyPr>
          <a:lstStyle/>
          <a:p>
            <a:pPr algn="l"/>
            <a:r>
              <a:rPr sz="960">
                <a:solidFill>
                  <a:srgbClr val="888888"/>
                </a:solidFill>
              </a:rPr>
              <a:t>NA product catalog</a:t>
            </a:r>
          </a:p>
        </p:txBody>
      </p:sp>
      <p:sp>
        <p:nvSpPr>
          <p:cNvPr id="56" name="Rectangle 55"/>
          <p:cNvSpPr/>
          <p:nvPr/>
        </p:nvSpPr>
        <p:spPr>
          <a:xfrm>
            <a:off x="4396512" y="3889856"/>
            <a:ext cx="570586" cy="109728"/>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7" name="Rectangle 56"/>
          <p:cNvSpPr/>
          <p:nvPr/>
        </p:nvSpPr>
        <p:spPr>
          <a:xfrm>
            <a:off x="4901261" y="3813047"/>
            <a:ext cx="186538" cy="252374"/>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8" name="Rectangle 57"/>
          <p:cNvSpPr/>
          <p:nvPr/>
        </p:nvSpPr>
        <p:spPr>
          <a:xfrm>
            <a:off x="5005503" y="1953158"/>
            <a:ext cx="4608576" cy="5160727"/>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59" name="TextBox 58"/>
          <p:cNvSpPr txBox="1"/>
          <p:nvPr/>
        </p:nvSpPr>
        <p:spPr>
          <a:xfrm>
            <a:off x="5159122" y="2025904"/>
            <a:ext cx="4279392" cy="313932"/>
          </a:xfrm>
          <a:prstGeom prst="rect">
            <a:avLst/>
          </a:prstGeom>
          <a:noFill/>
        </p:spPr>
        <p:txBody>
          <a:bodyPr wrap="square">
            <a:spAutoFit/>
          </a:bodyPr>
          <a:lstStyle/>
          <a:p>
            <a:pPr algn="l"/>
            <a:r>
              <a:rPr sz="1440" b="1">
                <a:solidFill>
                  <a:srgbClr val="0066CC"/>
                </a:solidFill>
              </a:rPr>
              <a:t>Transformation Engine</a:t>
            </a:r>
          </a:p>
        </p:txBody>
      </p:sp>
      <p:sp>
        <p:nvSpPr>
          <p:cNvPr id="60" name="Rectangle 59"/>
          <p:cNvSpPr/>
          <p:nvPr/>
        </p:nvSpPr>
        <p:spPr>
          <a:xfrm>
            <a:off x="5137176" y="2519680"/>
            <a:ext cx="4323283" cy="746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1" name="Rectangle 60"/>
          <p:cNvSpPr/>
          <p:nvPr/>
        </p:nvSpPr>
        <p:spPr>
          <a:xfrm>
            <a:off x="5137176" y="2519680"/>
            <a:ext cx="76810" cy="74615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2" name="TextBox 61"/>
          <p:cNvSpPr txBox="1"/>
          <p:nvPr/>
        </p:nvSpPr>
        <p:spPr>
          <a:xfrm>
            <a:off x="5301768" y="2574543"/>
            <a:ext cx="4059936" cy="267766"/>
          </a:xfrm>
          <a:prstGeom prst="rect">
            <a:avLst/>
          </a:prstGeom>
          <a:noFill/>
        </p:spPr>
        <p:txBody>
          <a:bodyPr wrap="square">
            <a:spAutoFit/>
          </a:bodyPr>
          <a:lstStyle/>
          <a:p>
            <a:pPr algn="l"/>
            <a:r>
              <a:rPr sz="1140" b="1">
                <a:solidFill>
                  <a:srgbClr val="222222"/>
                </a:solidFill>
              </a:rPr>
              <a:t>1.  Read &amp; Parse</a:t>
            </a:r>
          </a:p>
        </p:txBody>
      </p:sp>
      <p:sp>
        <p:nvSpPr>
          <p:cNvPr id="63" name="TextBox 62"/>
          <p:cNvSpPr txBox="1"/>
          <p:nvPr/>
        </p:nvSpPr>
        <p:spPr>
          <a:xfrm>
            <a:off x="5301768" y="2859837"/>
            <a:ext cx="4059936" cy="240066"/>
          </a:xfrm>
          <a:prstGeom prst="rect">
            <a:avLst/>
          </a:prstGeom>
          <a:noFill/>
        </p:spPr>
        <p:txBody>
          <a:bodyPr wrap="square">
            <a:spAutoFit/>
          </a:bodyPr>
          <a:lstStyle/>
          <a:p>
            <a:pPr algn="l"/>
            <a:r>
              <a:rPr sz="960">
                <a:solidFill>
                  <a:srgbClr val="888888"/>
                </a:solidFill>
              </a:rPr>
              <a:t>API extracts + Excel files ingested automatically</a:t>
            </a:r>
          </a:p>
        </p:txBody>
      </p:sp>
      <p:sp>
        <p:nvSpPr>
          <p:cNvPr id="64" name="Rectangle 63"/>
          <p:cNvSpPr/>
          <p:nvPr/>
        </p:nvSpPr>
        <p:spPr>
          <a:xfrm>
            <a:off x="7243954" y="3199994"/>
            <a:ext cx="65837" cy="153619"/>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5" name="Rectangle 64"/>
          <p:cNvSpPr/>
          <p:nvPr/>
        </p:nvSpPr>
        <p:spPr>
          <a:xfrm>
            <a:off x="7167144" y="3353613"/>
            <a:ext cx="219456"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6" name="Rectangle 65"/>
          <p:cNvSpPr/>
          <p:nvPr/>
        </p:nvSpPr>
        <p:spPr>
          <a:xfrm>
            <a:off x="5137176" y="3408477"/>
            <a:ext cx="4323283" cy="746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7" name="Rectangle 66"/>
          <p:cNvSpPr/>
          <p:nvPr/>
        </p:nvSpPr>
        <p:spPr>
          <a:xfrm>
            <a:off x="5137176" y="3408477"/>
            <a:ext cx="76810" cy="74615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68" name="TextBox 67"/>
          <p:cNvSpPr txBox="1"/>
          <p:nvPr/>
        </p:nvSpPr>
        <p:spPr>
          <a:xfrm>
            <a:off x="5301768" y="3463341"/>
            <a:ext cx="4059936" cy="267766"/>
          </a:xfrm>
          <a:prstGeom prst="rect">
            <a:avLst/>
          </a:prstGeom>
          <a:noFill/>
        </p:spPr>
        <p:txBody>
          <a:bodyPr wrap="square">
            <a:spAutoFit/>
          </a:bodyPr>
          <a:lstStyle/>
          <a:p>
            <a:pPr algn="l"/>
            <a:r>
              <a:rPr sz="1140" b="1">
                <a:solidFill>
                  <a:srgbClr val="222222"/>
                </a:solidFill>
              </a:rPr>
              <a:t>2.  Map &amp; Transform</a:t>
            </a:r>
          </a:p>
        </p:txBody>
      </p:sp>
      <p:sp>
        <p:nvSpPr>
          <p:cNvPr id="69" name="TextBox 68"/>
          <p:cNvSpPr txBox="1"/>
          <p:nvPr/>
        </p:nvSpPr>
        <p:spPr>
          <a:xfrm>
            <a:off x="5301768" y="3748633"/>
            <a:ext cx="4059936" cy="258532"/>
          </a:xfrm>
          <a:prstGeom prst="rect">
            <a:avLst/>
          </a:prstGeom>
          <a:noFill/>
        </p:spPr>
        <p:txBody>
          <a:bodyPr wrap="square" lIns="109728" tIns="54864" rIns="109728" bIns="54864" anchor="t">
            <a:spAutoFit/>
          </a:bodyPr>
          <a:lstStyle/>
          <a:p>
            <a:r>
              <a:rPr sz="960">
                <a:solidFill>
                  <a:srgbClr val="888888"/>
                </a:solidFill>
              </a:rPr>
              <a:t>Every field mapped to </a:t>
            </a:r>
            <a:r>
              <a:rPr lang="en-US" sz="960">
                <a:solidFill>
                  <a:srgbClr val="888888"/>
                </a:solidFill>
              </a:rPr>
              <a:t>e2open Supply Planning</a:t>
            </a:r>
            <a:r>
              <a:rPr sz="960">
                <a:solidFill>
                  <a:srgbClr val="888888"/>
                </a:solidFill>
              </a:rPr>
              <a:t> data model format</a:t>
            </a:r>
          </a:p>
        </p:txBody>
      </p:sp>
      <p:sp>
        <p:nvSpPr>
          <p:cNvPr id="70" name="Rectangle 69"/>
          <p:cNvSpPr/>
          <p:nvPr/>
        </p:nvSpPr>
        <p:spPr>
          <a:xfrm>
            <a:off x="7265900" y="5088490"/>
            <a:ext cx="65837" cy="153619"/>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1" name="Rectangle 70"/>
          <p:cNvSpPr/>
          <p:nvPr/>
        </p:nvSpPr>
        <p:spPr>
          <a:xfrm>
            <a:off x="7189090" y="5242109"/>
            <a:ext cx="219456"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2" name="Rectangle 71"/>
          <p:cNvSpPr/>
          <p:nvPr/>
        </p:nvSpPr>
        <p:spPr>
          <a:xfrm>
            <a:off x="5159122" y="5296973"/>
            <a:ext cx="4323283" cy="746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3" name="Rectangle 72"/>
          <p:cNvSpPr/>
          <p:nvPr/>
        </p:nvSpPr>
        <p:spPr>
          <a:xfrm>
            <a:off x="5159122" y="5296973"/>
            <a:ext cx="76810" cy="74615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4" name="TextBox 73"/>
          <p:cNvSpPr txBox="1"/>
          <p:nvPr/>
        </p:nvSpPr>
        <p:spPr>
          <a:xfrm>
            <a:off x="5323714" y="5351837"/>
            <a:ext cx="4059936" cy="267766"/>
          </a:xfrm>
          <a:prstGeom prst="rect">
            <a:avLst/>
          </a:prstGeom>
          <a:noFill/>
        </p:spPr>
        <p:txBody>
          <a:bodyPr wrap="square">
            <a:spAutoFit/>
          </a:bodyPr>
          <a:lstStyle/>
          <a:p>
            <a:pPr algn="l"/>
            <a:r>
              <a:rPr sz="1140" b="1">
                <a:solidFill>
                  <a:srgbClr val="222222"/>
                </a:solidFill>
              </a:rPr>
              <a:t>3.  Validate — 69 Checks</a:t>
            </a:r>
          </a:p>
        </p:txBody>
      </p:sp>
      <p:sp>
        <p:nvSpPr>
          <p:cNvPr id="75" name="TextBox 74"/>
          <p:cNvSpPr txBox="1"/>
          <p:nvPr/>
        </p:nvSpPr>
        <p:spPr>
          <a:xfrm>
            <a:off x="5323714" y="5637130"/>
            <a:ext cx="4059936" cy="240066"/>
          </a:xfrm>
          <a:prstGeom prst="rect">
            <a:avLst/>
          </a:prstGeom>
          <a:noFill/>
        </p:spPr>
        <p:txBody>
          <a:bodyPr wrap="square">
            <a:spAutoFit/>
          </a:bodyPr>
          <a:lstStyle/>
          <a:p>
            <a:pPr algn="l"/>
            <a:r>
              <a:rPr sz="960">
                <a:solidFill>
                  <a:srgbClr val="888888"/>
                </a:solidFill>
              </a:rPr>
              <a:t>Cross-table integrity, completeness, consistency</a:t>
            </a:r>
          </a:p>
        </p:txBody>
      </p:sp>
      <p:sp>
        <p:nvSpPr>
          <p:cNvPr id="76" name="Rectangle 75"/>
          <p:cNvSpPr/>
          <p:nvPr/>
        </p:nvSpPr>
        <p:spPr>
          <a:xfrm>
            <a:off x="7265900" y="5977286"/>
            <a:ext cx="65837" cy="153619"/>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7" name="Rectangle 76"/>
          <p:cNvSpPr/>
          <p:nvPr/>
        </p:nvSpPr>
        <p:spPr>
          <a:xfrm>
            <a:off x="7189090" y="6130905"/>
            <a:ext cx="219456"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8" name="Rectangle 77"/>
          <p:cNvSpPr/>
          <p:nvPr/>
        </p:nvSpPr>
        <p:spPr>
          <a:xfrm>
            <a:off x="5159122" y="6185768"/>
            <a:ext cx="4323283" cy="74615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79" name="Rectangle 78"/>
          <p:cNvSpPr/>
          <p:nvPr/>
        </p:nvSpPr>
        <p:spPr>
          <a:xfrm>
            <a:off x="5159122" y="6185768"/>
            <a:ext cx="76810" cy="746150"/>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80" name="TextBox 79"/>
          <p:cNvSpPr txBox="1"/>
          <p:nvPr/>
        </p:nvSpPr>
        <p:spPr>
          <a:xfrm>
            <a:off x="5323714" y="6240632"/>
            <a:ext cx="4059936" cy="286232"/>
          </a:xfrm>
          <a:prstGeom prst="rect">
            <a:avLst/>
          </a:prstGeom>
          <a:noFill/>
        </p:spPr>
        <p:txBody>
          <a:bodyPr wrap="square" lIns="109728" tIns="54864" rIns="109728" bIns="54864" anchor="t">
            <a:spAutoFit/>
          </a:bodyPr>
          <a:lstStyle/>
          <a:p>
            <a:pPr algn="l"/>
            <a:r>
              <a:rPr sz="1140" b="1">
                <a:solidFill>
                  <a:srgbClr val="0ABF53"/>
                </a:solidFill>
              </a:rPr>
              <a:t>4.  Generate Import Files </a:t>
            </a:r>
          </a:p>
        </p:txBody>
      </p:sp>
      <p:sp>
        <p:nvSpPr>
          <p:cNvPr id="81" name="TextBox 80"/>
          <p:cNvSpPr txBox="1"/>
          <p:nvPr/>
        </p:nvSpPr>
        <p:spPr>
          <a:xfrm>
            <a:off x="5323714" y="6525925"/>
            <a:ext cx="4059936" cy="258532"/>
          </a:xfrm>
          <a:prstGeom prst="rect">
            <a:avLst/>
          </a:prstGeom>
          <a:noFill/>
        </p:spPr>
        <p:txBody>
          <a:bodyPr wrap="square" lIns="109728" tIns="54864" rIns="109728" bIns="54864" anchor="t">
            <a:spAutoFit/>
          </a:bodyPr>
          <a:lstStyle/>
          <a:p>
            <a:r>
              <a:rPr sz="960">
                <a:solidFill>
                  <a:srgbClr val="888888"/>
                </a:solidFill>
              </a:rPr>
              <a:t>30 validated Excel files — ready for </a:t>
            </a:r>
            <a:r>
              <a:rPr lang="en-US" sz="960">
                <a:solidFill>
                  <a:srgbClr val="888888"/>
                </a:solidFill>
              </a:rPr>
              <a:t>e2open Supply Planning</a:t>
            </a:r>
            <a:r>
              <a:rPr sz="960">
                <a:solidFill>
                  <a:srgbClr val="888888"/>
                </a:solidFill>
              </a:rPr>
              <a:t> import</a:t>
            </a:r>
          </a:p>
        </p:txBody>
      </p:sp>
      <p:sp>
        <p:nvSpPr>
          <p:cNvPr id="88" name="Rectangle 87"/>
          <p:cNvSpPr/>
          <p:nvPr/>
        </p:nvSpPr>
        <p:spPr>
          <a:xfrm>
            <a:off x="9657969" y="3939235"/>
            <a:ext cx="570586" cy="109728"/>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89" name="Rectangle 88"/>
          <p:cNvSpPr/>
          <p:nvPr/>
        </p:nvSpPr>
        <p:spPr>
          <a:xfrm>
            <a:off x="10162718" y="3862426"/>
            <a:ext cx="186538" cy="252374"/>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0" name="Rectangle 89"/>
          <p:cNvSpPr/>
          <p:nvPr/>
        </p:nvSpPr>
        <p:spPr>
          <a:xfrm>
            <a:off x="10261474" y="1623974"/>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1" name="Rectangle 90"/>
          <p:cNvSpPr/>
          <p:nvPr/>
        </p:nvSpPr>
        <p:spPr>
          <a:xfrm>
            <a:off x="10261473" y="1623974"/>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2" name="TextBox 91"/>
          <p:cNvSpPr txBox="1"/>
          <p:nvPr/>
        </p:nvSpPr>
        <p:spPr>
          <a:xfrm>
            <a:off x="10393146" y="1667866"/>
            <a:ext cx="3829507" cy="286232"/>
          </a:xfrm>
          <a:prstGeom prst="rect">
            <a:avLst/>
          </a:prstGeom>
          <a:noFill/>
        </p:spPr>
        <p:txBody>
          <a:bodyPr wrap="square" lIns="109728" tIns="54864" rIns="109728" bIns="54864" anchor="t">
            <a:spAutoFit/>
          </a:bodyPr>
          <a:lstStyle/>
          <a:p>
            <a:pPr algn="l"/>
            <a:r>
              <a:rPr sz="1140" b="1">
                <a:solidFill>
                  <a:srgbClr val="222222"/>
                </a:solidFill>
              </a:rPr>
              <a:t> 486 SKUs</a:t>
            </a:r>
          </a:p>
        </p:txBody>
      </p:sp>
      <p:sp>
        <p:nvSpPr>
          <p:cNvPr id="93" name="TextBox 92"/>
          <p:cNvSpPr txBox="1"/>
          <p:nvPr/>
        </p:nvSpPr>
        <p:spPr>
          <a:xfrm>
            <a:off x="10393146" y="1897855"/>
            <a:ext cx="3829507" cy="240066"/>
          </a:xfrm>
          <a:prstGeom prst="rect">
            <a:avLst/>
          </a:prstGeom>
          <a:noFill/>
        </p:spPr>
        <p:txBody>
          <a:bodyPr wrap="square">
            <a:spAutoFit/>
          </a:bodyPr>
          <a:lstStyle/>
          <a:p>
            <a:pPr algn="l"/>
            <a:r>
              <a:rPr sz="960">
                <a:solidFill>
                  <a:srgbClr val="888888"/>
                </a:solidFill>
              </a:rPr>
              <a:t>Items, families, substitutions, BOMs</a:t>
            </a:r>
          </a:p>
        </p:txBody>
      </p:sp>
      <p:sp>
        <p:nvSpPr>
          <p:cNvPr id="94" name="Rectangle 93"/>
          <p:cNvSpPr/>
          <p:nvPr/>
        </p:nvSpPr>
        <p:spPr>
          <a:xfrm>
            <a:off x="10261474" y="2227478"/>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5" name="Rectangle 94"/>
          <p:cNvSpPr/>
          <p:nvPr/>
        </p:nvSpPr>
        <p:spPr>
          <a:xfrm>
            <a:off x="10261473" y="2227478"/>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6" name="TextBox 95"/>
          <p:cNvSpPr txBox="1"/>
          <p:nvPr/>
        </p:nvSpPr>
        <p:spPr>
          <a:xfrm>
            <a:off x="10393146" y="2271370"/>
            <a:ext cx="3829507" cy="286232"/>
          </a:xfrm>
          <a:prstGeom prst="rect">
            <a:avLst/>
          </a:prstGeom>
          <a:noFill/>
        </p:spPr>
        <p:txBody>
          <a:bodyPr wrap="square" lIns="109728" tIns="54864" rIns="109728" bIns="54864" anchor="t">
            <a:spAutoFit/>
          </a:bodyPr>
          <a:lstStyle/>
          <a:p>
            <a:pPr algn="l"/>
            <a:r>
              <a:rPr sz="1140" b="1">
                <a:solidFill>
                  <a:srgbClr val="222222"/>
                </a:solidFill>
              </a:rPr>
              <a:t>9 Suppliers</a:t>
            </a:r>
          </a:p>
        </p:txBody>
      </p:sp>
      <p:sp>
        <p:nvSpPr>
          <p:cNvPr id="97" name="TextBox 96"/>
          <p:cNvSpPr txBox="1"/>
          <p:nvPr/>
        </p:nvSpPr>
        <p:spPr>
          <a:xfrm>
            <a:off x="10393146" y="2501359"/>
            <a:ext cx="3829507" cy="240066"/>
          </a:xfrm>
          <a:prstGeom prst="rect">
            <a:avLst/>
          </a:prstGeom>
          <a:noFill/>
        </p:spPr>
        <p:txBody>
          <a:bodyPr wrap="square">
            <a:spAutoFit/>
          </a:bodyPr>
          <a:lstStyle/>
          <a:p>
            <a:pPr algn="l"/>
            <a:r>
              <a:rPr sz="960">
                <a:solidFill>
                  <a:srgbClr val="888888"/>
                </a:solidFill>
              </a:rPr>
              <a:t>Lead times, modes, costs, landing points</a:t>
            </a:r>
          </a:p>
        </p:txBody>
      </p:sp>
      <p:sp>
        <p:nvSpPr>
          <p:cNvPr id="98" name="Rectangle 97"/>
          <p:cNvSpPr/>
          <p:nvPr/>
        </p:nvSpPr>
        <p:spPr>
          <a:xfrm>
            <a:off x="10261474" y="2830982"/>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99" name="Rectangle 98"/>
          <p:cNvSpPr/>
          <p:nvPr/>
        </p:nvSpPr>
        <p:spPr>
          <a:xfrm>
            <a:off x="10261473" y="2830982"/>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0" name="TextBox 99"/>
          <p:cNvSpPr txBox="1"/>
          <p:nvPr/>
        </p:nvSpPr>
        <p:spPr>
          <a:xfrm>
            <a:off x="10393146" y="2874874"/>
            <a:ext cx="3829507" cy="286232"/>
          </a:xfrm>
          <a:prstGeom prst="rect">
            <a:avLst/>
          </a:prstGeom>
          <a:noFill/>
        </p:spPr>
        <p:txBody>
          <a:bodyPr wrap="square" lIns="109728" tIns="54864" rIns="109728" bIns="54864" anchor="t">
            <a:spAutoFit/>
          </a:bodyPr>
          <a:lstStyle/>
          <a:p>
            <a:pPr algn="l"/>
            <a:r>
              <a:rPr sz="1140" b="1">
                <a:solidFill>
                  <a:srgbClr val="222222"/>
                </a:solidFill>
              </a:rPr>
              <a:t>30 Locations</a:t>
            </a:r>
          </a:p>
        </p:txBody>
      </p:sp>
      <p:sp>
        <p:nvSpPr>
          <p:cNvPr id="101" name="TextBox 100"/>
          <p:cNvSpPr txBox="1"/>
          <p:nvPr/>
        </p:nvSpPr>
        <p:spPr>
          <a:xfrm>
            <a:off x="10393146" y="3104863"/>
            <a:ext cx="3829507" cy="240066"/>
          </a:xfrm>
          <a:prstGeom prst="rect">
            <a:avLst/>
          </a:prstGeom>
          <a:noFill/>
        </p:spPr>
        <p:txBody>
          <a:bodyPr wrap="square">
            <a:spAutoFit/>
          </a:bodyPr>
          <a:lstStyle/>
          <a:p>
            <a:pPr algn="l"/>
            <a:r>
              <a:rPr sz="960">
                <a:solidFill>
                  <a:srgbClr val="888888"/>
                </a:solidFill>
              </a:rPr>
              <a:t>Physical + 20 virtual QA/UI hold nodes</a:t>
            </a:r>
          </a:p>
        </p:txBody>
      </p:sp>
      <p:sp>
        <p:nvSpPr>
          <p:cNvPr id="102" name="Rectangle 101"/>
          <p:cNvSpPr/>
          <p:nvPr/>
        </p:nvSpPr>
        <p:spPr>
          <a:xfrm>
            <a:off x="10261474" y="3434486"/>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3" name="Rectangle 102"/>
          <p:cNvSpPr/>
          <p:nvPr/>
        </p:nvSpPr>
        <p:spPr>
          <a:xfrm>
            <a:off x="10261473" y="3434486"/>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4" name="TextBox 103"/>
          <p:cNvSpPr txBox="1"/>
          <p:nvPr/>
        </p:nvSpPr>
        <p:spPr>
          <a:xfrm>
            <a:off x="10393146" y="3478378"/>
            <a:ext cx="3829507" cy="286232"/>
          </a:xfrm>
          <a:prstGeom prst="rect">
            <a:avLst/>
          </a:prstGeom>
          <a:noFill/>
        </p:spPr>
        <p:txBody>
          <a:bodyPr wrap="square" lIns="109728" tIns="54864" rIns="109728" bIns="54864" anchor="t">
            <a:spAutoFit/>
          </a:bodyPr>
          <a:lstStyle/>
          <a:p>
            <a:pPr algn="l"/>
            <a:r>
              <a:rPr sz="1140" b="1">
                <a:solidFill>
                  <a:srgbClr val="222222"/>
                </a:solidFill>
              </a:rPr>
              <a:t>12 IWT Lanes</a:t>
            </a:r>
          </a:p>
        </p:txBody>
      </p:sp>
      <p:sp>
        <p:nvSpPr>
          <p:cNvPr id="105" name="TextBox 104"/>
          <p:cNvSpPr txBox="1"/>
          <p:nvPr/>
        </p:nvSpPr>
        <p:spPr>
          <a:xfrm>
            <a:off x="10393146" y="3708367"/>
            <a:ext cx="3829507" cy="240066"/>
          </a:xfrm>
          <a:prstGeom prst="rect">
            <a:avLst/>
          </a:prstGeom>
          <a:noFill/>
        </p:spPr>
        <p:txBody>
          <a:bodyPr wrap="square">
            <a:spAutoFit/>
          </a:bodyPr>
          <a:lstStyle/>
          <a:p>
            <a:pPr algn="l"/>
            <a:r>
              <a:rPr sz="960">
                <a:solidFill>
                  <a:srgbClr val="888888"/>
                </a:solidFill>
              </a:rPr>
              <a:t>Routes, priorities, transfer lead times</a:t>
            </a:r>
          </a:p>
        </p:txBody>
      </p:sp>
      <p:sp>
        <p:nvSpPr>
          <p:cNvPr id="106" name="Rectangle 105"/>
          <p:cNvSpPr/>
          <p:nvPr/>
        </p:nvSpPr>
        <p:spPr>
          <a:xfrm>
            <a:off x="10261474" y="4037989"/>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7" name="Rectangle 106"/>
          <p:cNvSpPr/>
          <p:nvPr/>
        </p:nvSpPr>
        <p:spPr>
          <a:xfrm>
            <a:off x="10261473" y="4037989"/>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08" name="TextBox 107"/>
          <p:cNvSpPr txBox="1"/>
          <p:nvPr/>
        </p:nvSpPr>
        <p:spPr>
          <a:xfrm>
            <a:off x="10393146" y="4081882"/>
            <a:ext cx="3829507" cy="286232"/>
          </a:xfrm>
          <a:prstGeom prst="rect">
            <a:avLst/>
          </a:prstGeom>
          <a:noFill/>
        </p:spPr>
        <p:txBody>
          <a:bodyPr wrap="square" lIns="109728" tIns="54864" rIns="109728" bIns="54864" anchor="t">
            <a:spAutoFit/>
          </a:bodyPr>
          <a:lstStyle/>
          <a:p>
            <a:pPr algn="l"/>
            <a:r>
              <a:rPr sz="1140" b="1">
                <a:solidFill>
                  <a:srgbClr val="222222"/>
                </a:solidFill>
              </a:rPr>
              <a:t> Demand Signals</a:t>
            </a:r>
          </a:p>
        </p:txBody>
      </p:sp>
      <p:sp>
        <p:nvSpPr>
          <p:cNvPr id="109" name="TextBox 108"/>
          <p:cNvSpPr txBox="1"/>
          <p:nvPr/>
        </p:nvSpPr>
        <p:spPr>
          <a:xfrm>
            <a:off x="10393146" y="4311871"/>
            <a:ext cx="3829507" cy="240066"/>
          </a:xfrm>
          <a:prstGeom prst="rect">
            <a:avLst/>
          </a:prstGeom>
          <a:noFill/>
        </p:spPr>
        <p:txBody>
          <a:bodyPr wrap="square">
            <a:spAutoFit/>
          </a:bodyPr>
          <a:lstStyle/>
          <a:p>
            <a:pPr algn="l"/>
            <a:r>
              <a:rPr sz="960">
                <a:solidFill>
                  <a:srgbClr val="888888"/>
                </a:solidFill>
              </a:rPr>
              <a:t>Actuals + forecast + 110 opportunities</a:t>
            </a:r>
          </a:p>
        </p:txBody>
      </p:sp>
      <p:sp>
        <p:nvSpPr>
          <p:cNvPr id="110" name="Rectangle 109"/>
          <p:cNvSpPr/>
          <p:nvPr/>
        </p:nvSpPr>
        <p:spPr>
          <a:xfrm>
            <a:off x="10261474" y="4641493"/>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1" name="Rectangle 110"/>
          <p:cNvSpPr/>
          <p:nvPr/>
        </p:nvSpPr>
        <p:spPr>
          <a:xfrm>
            <a:off x="10261473" y="4641493"/>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2" name="TextBox 111"/>
          <p:cNvSpPr txBox="1"/>
          <p:nvPr/>
        </p:nvSpPr>
        <p:spPr>
          <a:xfrm>
            <a:off x="10393146" y="4685385"/>
            <a:ext cx="3829507" cy="286232"/>
          </a:xfrm>
          <a:prstGeom prst="rect">
            <a:avLst/>
          </a:prstGeom>
          <a:noFill/>
        </p:spPr>
        <p:txBody>
          <a:bodyPr wrap="square" lIns="109728" tIns="54864" rIns="109728" bIns="54864" anchor="t">
            <a:spAutoFit/>
          </a:bodyPr>
          <a:lstStyle/>
          <a:p>
            <a:r>
              <a:rPr sz="1140" b="1">
                <a:solidFill>
                  <a:srgbClr val="222222"/>
                </a:solidFill>
              </a:rPr>
              <a:t>Safety Stock Targets</a:t>
            </a:r>
          </a:p>
        </p:txBody>
      </p:sp>
      <p:sp>
        <p:nvSpPr>
          <p:cNvPr id="113" name="TextBox 112"/>
          <p:cNvSpPr txBox="1"/>
          <p:nvPr/>
        </p:nvSpPr>
        <p:spPr>
          <a:xfrm>
            <a:off x="10393146" y="4915375"/>
            <a:ext cx="3829507" cy="240066"/>
          </a:xfrm>
          <a:prstGeom prst="rect">
            <a:avLst/>
          </a:prstGeom>
          <a:noFill/>
        </p:spPr>
        <p:txBody>
          <a:bodyPr wrap="square">
            <a:spAutoFit/>
          </a:bodyPr>
          <a:lstStyle/>
          <a:p>
            <a:pPr algn="l"/>
            <a:r>
              <a:rPr sz="960">
                <a:solidFill>
                  <a:srgbClr val="888888"/>
                </a:solidFill>
              </a:rPr>
              <a:t>21–60 day DOS by product family</a:t>
            </a:r>
          </a:p>
        </p:txBody>
      </p:sp>
      <p:sp>
        <p:nvSpPr>
          <p:cNvPr id="114" name="Rectangle 113"/>
          <p:cNvSpPr/>
          <p:nvPr/>
        </p:nvSpPr>
        <p:spPr>
          <a:xfrm>
            <a:off x="10261474" y="5244997"/>
            <a:ext cx="4005072" cy="570586"/>
          </a:xfrm>
          <a:prstGeom prst="rect">
            <a:avLst/>
          </a:prstGeom>
          <a:solidFill>
            <a:srgbClr val="F1F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5" name="Rectangle 114"/>
          <p:cNvSpPr/>
          <p:nvPr/>
        </p:nvSpPr>
        <p:spPr>
          <a:xfrm>
            <a:off x="10261473" y="5244997"/>
            <a:ext cx="76810" cy="570586"/>
          </a:xfrm>
          <a:prstGeom prst="rect">
            <a:avLst/>
          </a:prstGeom>
          <a:solidFill>
            <a:srgbClr val="0ABF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6" name="TextBox 115"/>
          <p:cNvSpPr txBox="1"/>
          <p:nvPr/>
        </p:nvSpPr>
        <p:spPr>
          <a:xfrm>
            <a:off x="10393146" y="5288889"/>
            <a:ext cx="3829507" cy="286232"/>
          </a:xfrm>
          <a:prstGeom prst="rect">
            <a:avLst/>
          </a:prstGeom>
          <a:noFill/>
        </p:spPr>
        <p:txBody>
          <a:bodyPr wrap="square" lIns="109728" tIns="54864" rIns="109728" bIns="54864" anchor="t">
            <a:spAutoFit/>
          </a:bodyPr>
          <a:lstStyle/>
          <a:p>
            <a:pPr algn="l"/>
            <a:r>
              <a:rPr sz="1140" b="1">
                <a:solidFill>
                  <a:srgbClr val="222222"/>
                </a:solidFill>
              </a:rPr>
              <a:t>Cost Model</a:t>
            </a:r>
          </a:p>
        </p:txBody>
      </p:sp>
      <p:sp>
        <p:nvSpPr>
          <p:cNvPr id="117" name="TextBox 116"/>
          <p:cNvSpPr txBox="1"/>
          <p:nvPr/>
        </p:nvSpPr>
        <p:spPr>
          <a:xfrm>
            <a:off x="10393146" y="5518879"/>
            <a:ext cx="3829507" cy="240066"/>
          </a:xfrm>
          <a:prstGeom prst="rect">
            <a:avLst/>
          </a:prstGeom>
          <a:noFill/>
        </p:spPr>
        <p:txBody>
          <a:bodyPr wrap="square">
            <a:spAutoFit/>
          </a:bodyPr>
          <a:lstStyle/>
          <a:p>
            <a:pPr algn="l"/>
            <a:r>
              <a:rPr sz="960">
                <a:solidFill>
                  <a:srgbClr val="888888"/>
                </a:solidFill>
              </a:rPr>
              <a:t>Unit costs, freight adders, handling</a:t>
            </a:r>
          </a:p>
        </p:txBody>
      </p:sp>
      <p:sp>
        <p:nvSpPr>
          <p:cNvPr id="118" name="Rectangle 117"/>
          <p:cNvSpPr/>
          <p:nvPr/>
        </p:nvSpPr>
        <p:spPr>
          <a:xfrm>
            <a:off x="10261474" y="5848501"/>
            <a:ext cx="4005072" cy="57058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19" name="Rectangle 118"/>
          <p:cNvSpPr/>
          <p:nvPr/>
        </p:nvSpPr>
        <p:spPr>
          <a:xfrm>
            <a:off x="10261473" y="5848501"/>
            <a:ext cx="76810" cy="570586"/>
          </a:xfrm>
          <a:prstGeom prst="rect">
            <a:avLst/>
          </a:prstGeom>
          <a:solidFill>
            <a:srgbClr val="0F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20" name="TextBox 119"/>
          <p:cNvSpPr txBox="1"/>
          <p:nvPr/>
        </p:nvSpPr>
        <p:spPr>
          <a:xfrm>
            <a:off x="10393146" y="5892393"/>
            <a:ext cx="3829507" cy="286232"/>
          </a:xfrm>
          <a:prstGeom prst="rect">
            <a:avLst/>
          </a:prstGeom>
          <a:noFill/>
        </p:spPr>
        <p:txBody>
          <a:bodyPr wrap="square" lIns="109728" tIns="54864" rIns="109728" bIns="54864" anchor="t">
            <a:spAutoFit/>
          </a:bodyPr>
          <a:lstStyle/>
          <a:p>
            <a:pPr algn="l"/>
            <a:r>
              <a:rPr sz="1140" b="1">
                <a:solidFill>
                  <a:srgbClr val="222222"/>
                </a:solidFill>
              </a:rPr>
              <a:t>4,207 Supply Processes</a:t>
            </a:r>
          </a:p>
        </p:txBody>
      </p:sp>
      <p:sp>
        <p:nvSpPr>
          <p:cNvPr id="121" name="TextBox 120"/>
          <p:cNvSpPr txBox="1"/>
          <p:nvPr/>
        </p:nvSpPr>
        <p:spPr>
          <a:xfrm>
            <a:off x="10393146" y="6122383"/>
            <a:ext cx="3829507" cy="258532"/>
          </a:xfrm>
          <a:prstGeom prst="rect">
            <a:avLst/>
          </a:prstGeom>
          <a:noFill/>
        </p:spPr>
        <p:txBody>
          <a:bodyPr wrap="square" lIns="109728" tIns="54864" rIns="109728" bIns="54864" anchor="t">
            <a:spAutoFit/>
          </a:bodyPr>
          <a:lstStyle/>
          <a:p>
            <a:pPr algn="l"/>
            <a:r>
              <a:rPr sz="960">
                <a:solidFill>
                  <a:srgbClr val="888888"/>
                </a:solidFill>
              </a:rPr>
              <a:t>Ready for planning run</a:t>
            </a:r>
          </a:p>
        </p:txBody>
      </p:sp>
      <p:sp>
        <p:nvSpPr>
          <p:cNvPr id="131" name="Rectangle 130">
            <a:extLst>
              <a:ext uri="{FF2B5EF4-FFF2-40B4-BE49-F238E27FC236}">
                <a16:creationId xmlns:a16="http://schemas.microsoft.com/office/drawing/2014/main" id="{C0D9D76D-0324-D9CF-5A1A-5DBD6FBDED02}"/>
              </a:ext>
            </a:extLst>
          </p:cNvPr>
          <p:cNvSpPr/>
          <p:nvPr/>
        </p:nvSpPr>
        <p:spPr>
          <a:xfrm>
            <a:off x="7254927" y="4113480"/>
            <a:ext cx="65837" cy="153619"/>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32" name="Rectangle 131">
            <a:extLst>
              <a:ext uri="{FF2B5EF4-FFF2-40B4-BE49-F238E27FC236}">
                <a16:creationId xmlns:a16="http://schemas.microsoft.com/office/drawing/2014/main" id="{E071C633-8700-F19C-F57A-5062886FF542}"/>
              </a:ext>
            </a:extLst>
          </p:cNvPr>
          <p:cNvSpPr/>
          <p:nvPr/>
        </p:nvSpPr>
        <p:spPr>
          <a:xfrm>
            <a:off x="7178117" y="4267099"/>
            <a:ext cx="219456" cy="10972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33" name="Rectangle 132">
            <a:extLst>
              <a:ext uri="{FF2B5EF4-FFF2-40B4-BE49-F238E27FC236}">
                <a16:creationId xmlns:a16="http://schemas.microsoft.com/office/drawing/2014/main" id="{177904FF-AB38-BC50-F119-9B10858D9FF3}"/>
              </a:ext>
            </a:extLst>
          </p:cNvPr>
          <p:cNvSpPr/>
          <p:nvPr/>
        </p:nvSpPr>
        <p:spPr>
          <a:xfrm>
            <a:off x="5148149" y="4321963"/>
            <a:ext cx="4323283" cy="746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34" name="Rectangle 133">
            <a:extLst>
              <a:ext uri="{FF2B5EF4-FFF2-40B4-BE49-F238E27FC236}">
                <a16:creationId xmlns:a16="http://schemas.microsoft.com/office/drawing/2014/main" id="{F2DA7F2D-163F-FAC4-6058-B0E7DEA9C7AD}"/>
              </a:ext>
            </a:extLst>
          </p:cNvPr>
          <p:cNvSpPr/>
          <p:nvPr/>
        </p:nvSpPr>
        <p:spPr>
          <a:xfrm>
            <a:off x="5148149" y="4321963"/>
            <a:ext cx="76810" cy="74615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160"/>
          </a:p>
        </p:txBody>
      </p:sp>
      <p:sp>
        <p:nvSpPr>
          <p:cNvPr id="135" name="TextBox 134">
            <a:extLst>
              <a:ext uri="{FF2B5EF4-FFF2-40B4-BE49-F238E27FC236}">
                <a16:creationId xmlns:a16="http://schemas.microsoft.com/office/drawing/2014/main" id="{1D27E4DB-070F-962C-0D00-3CB49594BE96}"/>
              </a:ext>
            </a:extLst>
          </p:cNvPr>
          <p:cNvSpPr txBox="1"/>
          <p:nvPr/>
        </p:nvSpPr>
        <p:spPr>
          <a:xfrm>
            <a:off x="5312741" y="4376827"/>
            <a:ext cx="4059936" cy="267766"/>
          </a:xfrm>
          <a:prstGeom prst="rect">
            <a:avLst/>
          </a:prstGeom>
          <a:noFill/>
        </p:spPr>
        <p:txBody>
          <a:bodyPr wrap="square">
            <a:spAutoFit/>
          </a:bodyPr>
          <a:lstStyle/>
          <a:p>
            <a:pPr algn="l"/>
            <a:r>
              <a:rPr lang="en-US" sz="1140" b="1">
                <a:solidFill>
                  <a:srgbClr val="222222"/>
                </a:solidFill>
              </a:rPr>
              <a:t>3</a:t>
            </a:r>
            <a:r>
              <a:rPr sz="1140" b="1">
                <a:solidFill>
                  <a:srgbClr val="222222"/>
                </a:solidFill>
              </a:rPr>
              <a:t>.  </a:t>
            </a:r>
            <a:r>
              <a:rPr lang="en-US" sz="1140" b="1">
                <a:solidFill>
                  <a:srgbClr val="222222"/>
                </a:solidFill>
              </a:rPr>
              <a:t>Estimate Missing Parameters</a:t>
            </a:r>
            <a:endParaRPr sz="1140" b="1">
              <a:solidFill>
                <a:srgbClr val="222222"/>
              </a:solidFill>
            </a:endParaRPr>
          </a:p>
        </p:txBody>
      </p:sp>
      <p:sp>
        <p:nvSpPr>
          <p:cNvPr id="136" name="TextBox 135">
            <a:extLst>
              <a:ext uri="{FF2B5EF4-FFF2-40B4-BE49-F238E27FC236}">
                <a16:creationId xmlns:a16="http://schemas.microsoft.com/office/drawing/2014/main" id="{82876C60-EEC9-2340-0E11-1CAE0A1B7B4B}"/>
              </a:ext>
            </a:extLst>
          </p:cNvPr>
          <p:cNvSpPr txBox="1"/>
          <p:nvPr/>
        </p:nvSpPr>
        <p:spPr>
          <a:xfrm>
            <a:off x="5312741" y="4662119"/>
            <a:ext cx="4059936" cy="258532"/>
          </a:xfrm>
          <a:prstGeom prst="rect">
            <a:avLst/>
          </a:prstGeom>
          <a:noFill/>
        </p:spPr>
        <p:txBody>
          <a:bodyPr wrap="square" lIns="109728" tIns="54864" rIns="109728" bIns="54864" anchor="t">
            <a:spAutoFit/>
          </a:bodyPr>
          <a:lstStyle/>
          <a:p>
            <a:r>
              <a:rPr lang="en-US" sz="960">
                <a:solidFill>
                  <a:srgbClr val="888888"/>
                </a:solidFill>
              </a:rPr>
              <a:t>Missing data is estimated</a:t>
            </a:r>
            <a:endParaRPr sz="960">
              <a:solidFill>
                <a:srgbClr val="888888"/>
              </a:solidFill>
            </a:endParaRPr>
          </a:p>
        </p:txBody>
      </p:sp>
    </p:spTree>
    <p:extLst>
      <p:ext uri="{BB962C8B-B14F-4D97-AF65-F5344CB8AC3E}">
        <p14:creationId xmlns:p14="http://schemas.microsoft.com/office/powerpoint/2010/main" val="953203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D3C57-852B-A4A0-3D0E-2A9F694AA2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868A34-CD1E-6E1B-DF3E-DBC779DA19E7}"/>
              </a:ext>
            </a:extLst>
          </p:cNvPr>
          <p:cNvSpPr txBox="1"/>
          <p:nvPr/>
        </p:nvSpPr>
        <p:spPr>
          <a:xfrm>
            <a:off x="550546" y="219456"/>
            <a:ext cx="10676254" cy="572464"/>
          </a:xfrm>
          <a:prstGeom prst="rect">
            <a:avLst/>
          </a:prstGeom>
          <a:noFill/>
        </p:spPr>
        <p:txBody>
          <a:bodyPr wrap="square">
            <a:spAutoFit/>
          </a:bodyPr>
          <a:lstStyle/>
          <a:p>
            <a:pPr algn="l"/>
            <a:r>
              <a:rPr sz="3120" b="1">
                <a:solidFill>
                  <a:srgbClr val="222222"/>
                </a:solidFill>
              </a:rPr>
              <a:t>Understanding your Data</a:t>
            </a:r>
            <a:r>
              <a:rPr lang="en-US" sz="3120" b="1">
                <a:solidFill>
                  <a:srgbClr val="222222"/>
                </a:solidFill>
              </a:rPr>
              <a:t> – Mapping Examples</a:t>
            </a:r>
            <a:endParaRPr sz="3120" b="1">
              <a:solidFill>
                <a:srgbClr val="222222"/>
              </a:solidFill>
            </a:endParaRPr>
          </a:p>
        </p:txBody>
      </p:sp>
      <p:sp>
        <p:nvSpPr>
          <p:cNvPr id="3" name="TextBox 2">
            <a:extLst>
              <a:ext uri="{FF2B5EF4-FFF2-40B4-BE49-F238E27FC236}">
                <a16:creationId xmlns:a16="http://schemas.microsoft.com/office/drawing/2014/main" id="{C12A2856-99B1-796B-1A32-554DA79E763E}"/>
              </a:ext>
            </a:extLst>
          </p:cNvPr>
          <p:cNvSpPr txBox="1"/>
          <p:nvPr/>
        </p:nvSpPr>
        <p:spPr>
          <a:xfrm>
            <a:off x="550546" y="1066800"/>
            <a:ext cx="11377294" cy="369332"/>
          </a:xfrm>
          <a:prstGeom prst="rect">
            <a:avLst/>
          </a:prstGeom>
          <a:noFill/>
        </p:spPr>
        <p:txBody>
          <a:bodyPr wrap="square" rtlCol="0">
            <a:spAutoFit/>
          </a:bodyPr>
          <a:lstStyle/>
          <a:p>
            <a:r>
              <a:rPr lang="en-US"/>
              <a:t>From Transactions to Supply Chain Network definition</a:t>
            </a:r>
          </a:p>
        </p:txBody>
      </p:sp>
      <p:sp>
        <p:nvSpPr>
          <p:cNvPr id="85" name="TextBox 84">
            <a:extLst>
              <a:ext uri="{FF2B5EF4-FFF2-40B4-BE49-F238E27FC236}">
                <a16:creationId xmlns:a16="http://schemas.microsoft.com/office/drawing/2014/main" id="{143423DD-0AB0-4F87-E7AF-CF67DBB63980}"/>
              </a:ext>
            </a:extLst>
          </p:cNvPr>
          <p:cNvSpPr txBox="1"/>
          <p:nvPr/>
        </p:nvSpPr>
        <p:spPr>
          <a:xfrm>
            <a:off x="802640" y="1711012"/>
            <a:ext cx="13279120" cy="923330"/>
          </a:xfrm>
          <a:prstGeom prst="rect">
            <a:avLst/>
          </a:prstGeom>
          <a:noFill/>
        </p:spPr>
        <p:txBody>
          <a:bodyPr wrap="square" lIns="91440" tIns="45720" rIns="91440" bIns="45720" anchor="t">
            <a:spAutoFit/>
          </a:bodyPr>
          <a:lstStyle/>
          <a:p>
            <a:r>
              <a:rPr lang="en-US" b="1"/>
              <a:t>Network (Transport Lanes) - Distribution Order Inbound API</a:t>
            </a:r>
            <a:endParaRPr lang="en-US"/>
          </a:p>
          <a:p>
            <a:r>
              <a:rPr lang="en-US"/>
              <a:t>Each record has </a:t>
            </a:r>
            <a:r>
              <a:rPr lang="en-US" b="1" err="1"/>
              <a:t>originLocation</a:t>
            </a:r>
            <a:r>
              <a:rPr lang="en-US"/>
              <a:t> → </a:t>
            </a:r>
            <a:r>
              <a:rPr lang="en-US" b="1" err="1"/>
              <a:t>destinationLocation</a:t>
            </a:r>
            <a:r>
              <a:rPr lang="en-US"/>
              <a:t>. We extracted all unique lane pairs. </a:t>
            </a:r>
          </a:p>
          <a:p>
            <a:r>
              <a:rPr lang="en-US"/>
              <a:t>Example: </a:t>
            </a:r>
            <a:r>
              <a:rPr lang="en-US" err="1"/>
              <a:t>Oostrum</a:t>
            </a:r>
            <a:r>
              <a:rPr lang="en-US"/>
              <a:t> → DHL_UK appeared in 7 records → confirmed as active lane.</a:t>
            </a:r>
          </a:p>
        </p:txBody>
      </p:sp>
      <p:sp>
        <p:nvSpPr>
          <p:cNvPr id="123" name="TextBox 122">
            <a:extLst>
              <a:ext uri="{FF2B5EF4-FFF2-40B4-BE49-F238E27FC236}">
                <a16:creationId xmlns:a16="http://schemas.microsoft.com/office/drawing/2014/main" id="{A9A8BAD4-09A8-1582-AEBD-AB956AF65622}"/>
              </a:ext>
            </a:extLst>
          </p:cNvPr>
          <p:cNvSpPr txBox="1"/>
          <p:nvPr/>
        </p:nvSpPr>
        <p:spPr>
          <a:xfrm>
            <a:off x="802640" y="2775571"/>
            <a:ext cx="11196320" cy="1200329"/>
          </a:xfrm>
          <a:prstGeom prst="rect">
            <a:avLst/>
          </a:prstGeom>
          <a:noFill/>
        </p:spPr>
        <p:txBody>
          <a:bodyPr wrap="square">
            <a:spAutoFit/>
          </a:bodyPr>
          <a:lstStyle/>
          <a:p>
            <a:r>
              <a:rPr lang="en-US" b="1"/>
              <a:t>Lead Times (Supplier) </a:t>
            </a:r>
            <a:r>
              <a:rPr lang="en-US"/>
              <a:t>- Purchases API </a:t>
            </a:r>
          </a:p>
          <a:p>
            <a:r>
              <a:rPr lang="en-US"/>
              <a:t>Calculated as </a:t>
            </a:r>
            <a:r>
              <a:rPr lang="en-US" b="1" err="1"/>
              <a:t>inboundedAt</a:t>
            </a:r>
            <a:r>
              <a:rPr lang="en-US" b="1"/>
              <a:t> </a:t>
            </a:r>
            <a:r>
              <a:rPr lang="en-US"/>
              <a:t>(receipt date) minus </a:t>
            </a:r>
            <a:r>
              <a:rPr lang="en-US" b="1" err="1"/>
              <a:t>createdAt</a:t>
            </a:r>
            <a:r>
              <a:rPr lang="en-US"/>
              <a:t> (PO creation date), averaged per vendor. Example: CASTLES records → avg 7 days (AIR), 32 days (SEA).</a:t>
            </a:r>
          </a:p>
          <a:p>
            <a:r>
              <a:rPr lang="en-US">
                <a:solidFill>
                  <a:srgbClr val="FF0000"/>
                </a:solidFill>
              </a:rPr>
              <a:t>GAP: We don’t have information about when it was shipped, only when the PO was created</a:t>
            </a:r>
          </a:p>
        </p:txBody>
      </p:sp>
      <p:sp>
        <p:nvSpPr>
          <p:cNvPr id="125" name="TextBox 124">
            <a:extLst>
              <a:ext uri="{FF2B5EF4-FFF2-40B4-BE49-F238E27FC236}">
                <a16:creationId xmlns:a16="http://schemas.microsoft.com/office/drawing/2014/main" id="{25F6C2FC-4857-37B2-254A-E9036274956C}"/>
              </a:ext>
            </a:extLst>
          </p:cNvPr>
          <p:cNvSpPr txBox="1"/>
          <p:nvPr/>
        </p:nvSpPr>
        <p:spPr>
          <a:xfrm>
            <a:off x="802640" y="4114800"/>
            <a:ext cx="10657840" cy="1200329"/>
          </a:xfrm>
          <a:prstGeom prst="rect">
            <a:avLst/>
          </a:prstGeom>
          <a:noFill/>
        </p:spPr>
        <p:txBody>
          <a:bodyPr wrap="square" lIns="91440" tIns="45720" rIns="91440" bIns="45720" anchor="t">
            <a:spAutoFit/>
          </a:bodyPr>
          <a:lstStyle/>
          <a:p>
            <a:r>
              <a:rPr lang="en-US" b="1"/>
              <a:t>Lead Times (IWT) - Distribution Order Inbound API</a:t>
            </a:r>
          </a:p>
          <a:p>
            <a:r>
              <a:rPr lang="en-US"/>
              <a:t>Estimated from carrier conventions (road/air by distance). One lane confirmed from API data (</a:t>
            </a:r>
            <a:r>
              <a:rPr lang="en-US" err="1"/>
              <a:t>Changi→DHL_JP</a:t>
            </a:r>
            <a:r>
              <a:rPr lang="en-US"/>
              <a:t> = 1d). Remaining 12 lanes are best-estimate assumptions.</a:t>
            </a:r>
            <a:br>
              <a:rPr lang="en-US"/>
            </a:br>
            <a:r>
              <a:rPr lang="en-US">
                <a:solidFill>
                  <a:srgbClr val="FF0000"/>
                </a:solidFill>
              </a:rPr>
              <a:t>GAP: We don't have enough information to generate average transport lead times for all the lanes</a:t>
            </a:r>
          </a:p>
        </p:txBody>
      </p:sp>
    </p:spTree>
    <p:extLst>
      <p:ext uri="{BB962C8B-B14F-4D97-AF65-F5344CB8AC3E}">
        <p14:creationId xmlns:p14="http://schemas.microsoft.com/office/powerpoint/2010/main" val="3533538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95F16-B29E-1319-E5FD-82B2D7C4A6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F9D268-7998-E923-2E75-3A8433F36E1E}"/>
              </a:ext>
            </a:extLst>
          </p:cNvPr>
          <p:cNvSpPr txBox="1"/>
          <p:nvPr/>
        </p:nvSpPr>
        <p:spPr>
          <a:xfrm>
            <a:off x="550546" y="219456"/>
            <a:ext cx="10676254" cy="572464"/>
          </a:xfrm>
          <a:prstGeom prst="rect">
            <a:avLst/>
          </a:prstGeom>
          <a:noFill/>
        </p:spPr>
        <p:txBody>
          <a:bodyPr wrap="square">
            <a:spAutoFit/>
          </a:bodyPr>
          <a:lstStyle/>
          <a:p>
            <a:pPr algn="l"/>
            <a:r>
              <a:rPr lang="en-US" sz="3120" b="1" dirty="0">
                <a:solidFill>
                  <a:srgbClr val="222222"/>
                </a:solidFill>
              </a:rPr>
              <a:t>TERMINAL-DISTRIBUTOR Supply Planning - Data Set</a:t>
            </a:r>
            <a:endParaRPr sz="3120" b="1" dirty="0">
              <a:solidFill>
                <a:srgbClr val="222222"/>
              </a:solidFill>
            </a:endParaRPr>
          </a:p>
        </p:txBody>
      </p:sp>
      <p:sp>
        <p:nvSpPr>
          <p:cNvPr id="8" name="TextBox 7">
            <a:extLst>
              <a:ext uri="{FF2B5EF4-FFF2-40B4-BE49-F238E27FC236}">
                <a16:creationId xmlns:a16="http://schemas.microsoft.com/office/drawing/2014/main" id="{6E5DED0A-8D2A-E5D0-1D70-344B6A5B68E0}"/>
              </a:ext>
            </a:extLst>
          </p:cNvPr>
          <p:cNvSpPr txBox="1"/>
          <p:nvPr/>
        </p:nvSpPr>
        <p:spPr>
          <a:xfrm>
            <a:off x="1016000" y="1371600"/>
            <a:ext cx="12039600" cy="5355312"/>
          </a:xfrm>
          <a:prstGeom prst="rect">
            <a:avLst/>
          </a:prstGeom>
          <a:noFill/>
        </p:spPr>
        <p:txBody>
          <a:bodyPr wrap="square">
            <a:spAutoFit/>
          </a:bodyPr>
          <a:lstStyle/>
          <a:p>
            <a:r>
              <a:rPr lang="en-US" b="1" dirty="0"/>
              <a:t>What this dataset is:</a:t>
            </a:r>
          </a:p>
          <a:p>
            <a:r>
              <a:rPr lang="en-US" dirty="0"/>
              <a:t>This planning model was built using TERMINAL-DISTRIBUTOR's real APIs and Excel files to demonstrate what e2open Supply planning can do with your actual supply chain data.</a:t>
            </a:r>
            <a:br>
              <a:rPr lang="en-US" dirty="0"/>
            </a:br>
            <a:endParaRPr lang="en-US" dirty="0"/>
          </a:p>
          <a:p>
            <a:r>
              <a:rPr lang="en-US" b="1" dirty="0"/>
              <a:t>What to keep in mind:</a:t>
            </a:r>
          </a:p>
          <a:p>
            <a:pPr marL="285750" indent="-285750">
              <a:buFont typeface="Arial" panose="020B0604020202020204" pitchFamily="34" charset="0"/>
              <a:buChar char="•"/>
            </a:pPr>
            <a:r>
              <a:rPr lang="en-US" dirty="0"/>
              <a:t>Some parameters are estimated where source data was unavailable: lead times, unit costs, and safety stock targets. These are clearly flagged and ready for your review.</a:t>
            </a:r>
          </a:p>
          <a:p>
            <a:pPr marL="285750" indent="-285750">
              <a:buFont typeface="Arial" panose="020B0604020202020204" pitchFamily="34" charset="0"/>
              <a:buChar char="•"/>
            </a:pPr>
            <a:r>
              <a:rPr lang="en-US" dirty="0"/>
              <a:t>Our interpretation of your data model may not perfectly reflect internal business rules, warehouse policies, or exceptions we haven't seen yet.</a:t>
            </a:r>
          </a:p>
          <a:p>
            <a:pPr marL="285750" indent="-285750">
              <a:buFont typeface="Arial" panose="020B0604020202020204" pitchFamily="34" charset="0"/>
              <a:buChar char="•"/>
            </a:pPr>
            <a:endParaRPr lang="en-US" dirty="0"/>
          </a:p>
          <a:p>
            <a:r>
              <a:rPr lang="en-US" b="1" dirty="0"/>
              <a:t>What it becomes:</a:t>
            </a:r>
          </a:p>
          <a:p>
            <a:r>
              <a:rPr lang="en-US" dirty="0"/>
              <a:t>This dataset is the starting point, not the destination.</a:t>
            </a:r>
          </a:p>
          <a:p>
            <a:endParaRPr lang="en-US" dirty="0"/>
          </a:p>
          <a:p>
            <a:r>
              <a:rPr lang="en-US" dirty="0"/>
              <a:t>The path to production is a collaborative exercise: you validate, we refine, and together we build the Master Data that drives a real plan.</a:t>
            </a:r>
          </a:p>
          <a:p>
            <a:endParaRPr lang="en-US" dirty="0"/>
          </a:p>
          <a:p>
            <a:r>
              <a:rPr lang="en-US" dirty="0"/>
              <a:t>In production, the integration runs on E2DX, e2open's Master Data platform. The tables pre-populated from this POC become the baseline. TERMINAL-DISTRIBUTOR's team confirms and updates the values that don't live in any internal system, while the data that already exists in your systems connects automatically via API.</a:t>
            </a:r>
          </a:p>
        </p:txBody>
      </p:sp>
    </p:spTree>
    <p:extLst>
      <p:ext uri="{BB962C8B-B14F-4D97-AF65-F5344CB8AC3E}">
        <p14:creationId xmlns:p14="http://schemas.microsoft.com/office/powerpoint/2010/main" val="2029172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CDEC6-D118-FA94-6FDF-035496F33E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C34D0A-22F2-C7FF-6FCC-F5D67A267F44}"/>
              </a:ext>
            </a:extLst>
          </p:cNvPr>
          <p:cNvSpPr txBox="1"/>
          <p:nvPr/>
        </p:nvSpPr>
        <p:spPr>
          <a:xfrm>
            <a:off x="550546" y="219456"/>
            <a:ext cx="10676254" cy="1052596"/>
          </a:xfrm>
          <a:prstGeom prst="rect">
            <a:avLst/>
          </a:prstGeom>
          <a:noFill/>
        </p:spPr>
        <p:txBody>
          <a:bodyPr wrap="square">
            <a:spAutoFit/>
          </a:bodyPr>
          <a:lstStyle/>
          <a:p>
            <a:pPr algn="l"/>
            <a:r>
              <a:rPr lang="en-US" sz="3120" b="1" dirty="0">
                <a:solidFill>
                  <a:srgbClr val="222222"/>
                </a:solidFill>
              </a:rPr>
              <a:t>TERMINAL-DISTRIBUTOR Supply Planning Network (WIP)</a:t>
            </a:r>
            <a:endParaRPr sz="3120" b="1" dirty="0">
              <a:solidFill>
                <a:srgbClr val="222222"/>
              </a:solidFill>
            </a:endParaRPr>
          </a:p>
        </p:txBody>
      </p:sp>
      <p:sp>
        <p:nvSpPr>
          <p:cNvPr id="3" name="TextBox 2">
            <a:extLst>
              <a:ext uri="{FF2B5EF4-FFF2-40B4-BE49-F238E27FC236}">
                <a16:creationId xmlns:a16="http://schemas.microsoft.com/office/drawing/2014/main" id="{944E4E0F-E140-D5F6-A758-20BFA9E4F1DF}"/>
              </a:ext>
            </a:extLst>
          </p:cNvPr>
          <p:cNvSpPr txBox="1"/>
          <p:nvPr/>
        </p:nvSpPr>
        <p:spPr>
          <a:xfrm>
            <a:off x="550546" y="1066800"/>
            <a:ext cx="11377294" cy="369332"/>
          </a:xfrm>
          <a:prstGeom prst="rect">
            <a:avLst/>
          </a:prstGeom>
          <a:noFill/>
        </p:spPr>
        <p:txBody>
          <a:bodyPr wrap="square" rtlCol="0">
            <a:spAutoFit/>
          </a:bodyPr>
          <a:lstStyle/>
          <a:p>
            <a:r>
              <a:rPr lang="en-US"/>
              <a:t>Supply Chain Network – Estimated based on input data</a:t>
            </a:r>
          </a:p>
        </p:txBody>
      </p:sp>
      <p:pic>
        <p:nvPicPr>
          <p:cNvPr id="5" name="Picture 4">
            <a:extLst>
              <a:ext uri="{FF2B5EF4-FFF2-40B4-BE49-F238E27FC236}">
                <a16:creationId xmlns:a16="http://schemas.microsoft.com/office/drawing/2014/main" id="{A7FB52D6-8F39-7A32-A964-F37538DFD875}"/>
              </a:ext>
            </a:extLst>
          </p:cNvPr>
          <p:cNvPicPr>
            <a:picLocks noChangeAspect="1"/>
          </p:cNvPicPr>
          <p:nvPr/>
        </p:nvPicPr>
        <p:blipFill>
          <a:blip r:embed="rId2"/>
          <a:stretch>
            <a:fillRect/>
          </a:stretch>
        </p:blipFill>
        <p:spPr>
          <a:xfrm>
            <a:off x="1709253" y="1481408"/>
            <a:ext cx="11211893" cy="6528736"/>
          </a:xfrm>
          <a:prstGeom prst="rect">
            <a:avLst/>
          </a:prstGeom>
        </p:spPr>
      </p:pic>
    </p:spTree>
    <p:extLst>
      <p:ext uri="{BB962C8B-B14F-4D97-AF65-F5344CB8AC3E}">
        <p14:creationId xmlns:p14="http://schemas.microsoft.com/office/powerpoint/2010/main" val="4024639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93EF5-AE9F-D72E-39A7-3FA3D8CED0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B5D99-9876-02F6-A7EE-47D55D25FB35}"/>
              </a:ext>
            </a:extLst>
          </p:cNvPr>
          <p:cNvSpPr txBox="1"/>
          <p:nvPr/>
        </p:nvSpPr>
        <p:spPr>
          <a:xfrm>
            <a:off x="550546" y="219456"/>
            <a:ext cx="10676254" cy="1052596"/>
          </a:xfrm>
          <a:prstGeom prst="rect">
            <a:avLst/>
          </a:prstGeom>
          <a:noFill/>
        </p:spPr>
        <p:txBody>
          <a:bodyPr wrap="square">
            <a:spAutoFit/>
          </a:bodyPr>
          <a:lstStyle/>
          <a:p>
            <a:pPr algn="l"/>
            <a:r>
              <a:rPr lang="en-US" sz="3120" b="1" dirty="0">
                <a:solidFill>
                  <a:srgbClr val="222222"/>
                </a:solidFill>
              </a:rPr>
              <a:t>TERMINAL-DISTRIBUTOR Supply Planning Network (WIP)</a:t>
            </a:r>
            <a:endParaRPr sz="3120" b="1" dirty="0">
              <a:solidFill>
                <a:srgbClr val="222222"/>
              </a:solidFill>
            </a:endParaRPr>
          </a:p>
        </p:txBody>
      </p:sp>
      <p:sp>
        <p:nvSpPr>
          <p:cNvPr id="3" name="TextBox 2">
            <a:extLst>
              <a:ext uri="{FF2B5EF4-FFF2-40B4-BE49-F238E27FC236}">
                <a16:creationId xmlns:a16="http://schemas.microsoft.com/office/drawing/2014/main" id="{6B1912A5-49D1-6D92-552B-56A6F0AE6B07}"/>
              </a:ext>
            </a:extLst>
          </p:cNvPr>
          <p:cNvSpPr txBox="1"/>
          <p:nvPr/>
        </p:nvSpPr>
        <p:spPr>
          <a:xfrm>
            <a:off x="550546" y="1066800"/>
            <a:ext cx="11377294" cy="369332"/>
          </a:xfrm>
          <a:prstGeom prst="rect">
            <a:avLst/>
          </a:prstGeom>
          <a:noFill/>
        </p:spPr>
        <p:txBody>
          <a:bodyPr wrap="square" rtlCol="0">
            <a:spAutoFit/>
          </a:bodyPr>
          <a:lstStyle/>
          <a:p>
            <a:r>
              <a:rPr lang="en-US"/>
              <a:t>Data Set Insights – Item Master (486 Active SKU)</a:t>
            </a:r>
          </a:p>
        </p:txBody>
      </p:sp>
      <p:pic>
        <p:nvPicPr>
          <p:cNvPr id="8" name="Picture 7">
            <a:extLst>
              <a:ext uri="{FF2B5EF4-FFF2-40B4-BE49-F238E27FC236}">
                <a16:creationId xmlns:a16="http://schemas.microsoft.com/office/drawing/2014/main" id="{E363EB52-8C44-F1D3-CB5A-1B14EDE76119}"/>
              </a:ext>
            </a:extLst>
          </p:cNvPr>
          <p:cNvPicPr>
            <a:picLocks noChangeAspect="1"/>
          </p:cNvPicPr>
          <p:nvPr/>
        </p:nvPicPr>
        <p:blipFill>
          <a:blip r:embed="rId2"/>
          <a:stretch>
            <a:fillRect/>
          </a:stretch>
        </p:blipFill>
        <p:spPr>
          <a:xfrm>
            <a:off x="918291" y="1799477"/>
            <a:ext cx="12489018" cy="5363323"/>
          </a:xfrm>
          <a:prstGeom prst="rect">
            <a:avLst/>
          </a:prstGeom>
        </p:spPr>
      </p:pic>
    </p:spTree>
    <p:extLst>
      <p:ext uri="{BB962C8B-B14F-4D97-AF65-F5344CB8AC3E}">
        <p14:creationId xmlns:p14="http://schemas.microsoft.com/office/powerpoint/2010/main" val="129697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8D5A4-D7E9-B566-459A-DC8567973C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F9E322-2F95-FD63-523F-7C4C86B4D089}"/>
              </a:ext>
            </a:extLst>
          </p:cNvPr>
          <p:cNvSpPr txBox="1"/>
          <p:nvPr/>
        </p:nvSpPr>
        <p:spPr>
          <a:xfrm>
            <a:off x="550546" y="219456"/>
            <a:ext cx="10676254" cy="1052596"/>
          </a:xfrm>
          <a:prstGeom prst="rect">
            <a:avLst/>
          </a:prstGeom>
          <a:noFill/>
        </p:spPr>
        <p:txBody>
          <a:bodyPr wrap="square">
            <a:spAutoFit/>
          </a:bodyPr>
          <a:lstStyle/>
          <a:p>
            <a:pPr algn="l"/>
            <a:r>
              <a:rPr lang="en-US" sz="3120" b="1" dirty="0">
                <a:solidFill>
                  <a:srgbClr val="222222"/>
                </a:solidFill>
              </a:rPr>
              <a:t>TERMINAL-DISTRIBUTOR Supply Planning Network (WIP)</a:t>
            </a:r>
            <a:endParaRPr sz="3120" b="1" dirty="0">
              <a:solidFill>
                <a:srgbClr val="222222"/>
              </a:solidFill>
            </a:endParaRPr>
          </a:p>
        </p:txBody>
      </p:sp>
      <p:sp>
        <p:nvSpPr>
          <p:cNvPr id="3" name="TextBox 2">
            <a:extLst>
              <a:ext uri="{FF2B5EF4-FFF2-40B4-BE49-F238E27FC236}">
                <a16:creationId xmlns:a16="http://schemas.microsoft.com/office/drawing/2014/main" id="{AB3843C0-D01D-C7DC-F658-704CD3188AD8}"/>
              </a:ext>
            </a:extLst>
          </p:cNvPr>
          <p:cNvSpPr txBox="1"/>
          <p:nvPr/>
        </p:nvSpPr>
        <p:spPr>
          <a:xfrm>
            <a:off x="550546" y="1066800"/>
            <a:ext cx="11377294" cy="369332"/>
          </a:xfrm>
          <a:prstGeom prst="rect">
            <a:avLst/>
          </a:prstGeom>
          <a:noFill/>
        </p:spPr>
        <p:txBody>
          <a:bodyPr wrap="square" rtlCol="0">
            <a:spAutoFit/>
          </a:bodyPr>
          <a:lstStyle/>
          <a:p>
            <a:r>
              <a:rPr lang="en-US"/>
              <a:t>Data Set Insights – Suppliers Sourcing</a:t>
            </a:r>
          </a:p>
        </p:txBody>
      </p:sp>
      <p:pic>
        <p:nvPicPr>
          <p:cNvPr id="8" name="Picture 7">
            <a:extLst>
              <a:ext uri="{FF2B5EF4-FFF2-40B4-BE49-F238E27FC236}">
                <a16:creationId xmlns:a16="http://schemas.microsoft.com/office/drawing/2014/main" id="{B7AF53A1-C363-C67B-8AF6-F26438681638}"/>
              </a:ext>
            </a:extLst>
          </p:cNvPr>
          <p:cNvPicPr>
            <a:picLocks noChangeAspect="1"/>
          </p:cNvPicPr>
          <p:nvPr/>
        </p:nvPicPr>
        <p:blipFill>
          <a:blip r:embed="rId2"/>
          <a:stretch>
            <a:fillRect/>
          </a:stretch>
        </p:blipFill>
        <p:spPr>
          <a:xfrm>
            <a:off x="1032585" y="1899928"/>
            <a:ext cx="12565229" cy="4429743"/>
          </a:xfrm>
          <a:prstGeom prst="rect">
            <a:avLst/>
          </a:prstGeom>
        </p:spPr>
      </p:pic>
    </p:spTree>
    <p:extLst>
      <p:ext uri="{BB962C8B-B14F-4D97-AF65-F5344CB8AC3E}">
        <p14:creationId xmlns:p14="http://schemas.microsoft.com/office/powerpoint/2010/main" val="1071598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7830-00A9-63CF-564B-1F5F59F6E8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99ED83-29A8-F347-38AA-AD83C223AEB1}"/>
              </a:ext>
            </a:extLst>
          </p:cNvPr>
          <p:cNvSpPr txBox="1"/>
          <p:nvPr/>
        </p:nvSpPr>
        <p:spPr>
          <a:xfrm>
            <a:off x="550546" y="219456"/>
            <a:ext cx="10676254" cy="1052596"/>
          </a:xfrm>
          <a:prstGeom prst="rect">
            <a:avLst/>
          </a:prstGeom>
          <a:noFill/>
        </p:spPr>
        <p:txBody>
          <a:bodyPr wrap="square">
            <a:spAutoFit/>
          </a:bodyPr>
          <a:lstStyle/>
          <a:p>
            <a:pPr algn="l"/>
            <a:r>
              <a:rPr lang="en-US" sz="3120" b="1" dirty="0">
                <a:solidFill>
                  <a:srgbClr val="222222"/>
                </a:solidFill>
              </a:rPr>
              <a:t>TERMINAL-DISTRIBUTOR Supply Planning Network (WIP)</a:t>
            </a:r>
            <a:endParaRPr sz="3120" b="1" dirty="0">
              <a:solidFill>
                <a:srgbClr val="222222"/>
              </a:solidFill>
            </a:endParaRPr>
          </a:p>
        </p:txBody>
      </p:sp>
      <p:sp>
        <p:nvSpPr>
          <p:cNvPr id="3" name="TextBox 2">
            <a:extLst>
              <a:ext uri="{FF2B5EF4-FFF2-40B4-BE49-F238E27FC236}">
                <a16:creationId xmlns:a16="http://schemas.microsoft.com/office/drawing/2014/main" id="{77D6BF32-911F-EEB8-68AD-5DA7E2A03838}"/>
              </a:ext>
            </a:extLst>
          </p:cNvPr>
          <p:cNvSpPr txBox="1"/>
          <p:nvPr/>
        </p:nvSpPr>
        <p:spPr>
          <a:xfrm>
            <a:off x="550546" y="1066800"/>
            <a:ext cx="11377294" cy="369332"/>
          </a:xfrm>
          <a:prstGeom prst="rect">
            <a:avLst/>
          </a:prstGeom>
          <a:noFill/>
        </p:spPr>
        <p:txBody>
          <a:bodyPr wrap="square" rtlCol="0">
            <a:spAutoFit/>
          </a:bodyPr>
          <a:lstStyle/>
          <a:p>
            <a:r>
              <a:rPr lang="en-US"/>
              <a:t>Data Set Insights – Item Flow</a:t>
            </a:r>
          </a:p>
        </p:txBody>
      </p:sp>
      <p:pic>
        <p:nvPicPr>
          <p:cNvPr id="5" name="Picture 4">
            <a:extLst>
              <a:ext uri="{FF2B5EF4-FFF2-40B4-BE49-F238E27FC236}">
                <a16:creationId xmlns:a16="http://schemas.microsoft.com/office/drawing/2014/main" id="{367043B9-321C-3CBF-0EC4-56364F3715B7}"/>
              </a:ext>
            </a:extLst>
          </p:cNvPr>
          <p:cNvPicPr>
            <a:picLocks noChangeAspect="1"/>
          </p:cNvPicPr>
          <p:nvPr/>
        </p:nvPicPr>
        <p:blipFill>
          <a:blip r:embed="rId2"/>
          <a:stretch>
            <a:fillRect/>
          </a:stretch>
        </p:blipFill>
        <p:spPr>
          <a:xfrm>
            <a:off x="1270000" y="1881879"/>
            <a:ext cx="10419308" cy="5386252"/>
          </a:xfrm>
          <a:prstGeom prst="rect">
            <a:avLst/>
          </a:prstGeom>
        </p:spPr>
      </p:pic>
    </p:spTree>
    <p:extLst>
      <p:ext uri="{BB962C8B-B14F-4D97-AF65-F5344CB8AC3E}">
        <p14:creationId xmlns:p14="http://schemas.microsoft.com/office/powerpoint/2010/main" val="663481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7BA2-267C-8886-754E-0EC4E3FCFF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15EC98-94A6-B5E7-9477-8264B9912460}"/>
              </a:ext>
            </a:extLst>
          </p:cNvPr>
          <p:cNvSpPr txBox="1"/>
          <p:nvPr/>
        </p:nvSpPr>
        <p:spPr>
          <a:xfrm>
            <a:off x="550546" y="219456"/>
            <a:ext cx="10676254" cy="1052596"/>
          </a:xfrm>
          <a:prstGeom prst="rect">
            <a:avLst/>
          </a:prstGeom>
          <a:noFill/>
        </p:spPr>
        <p:txBody>
          <a:bodyPr wrap="square">
            <a:spAutoFit/>
          </a:bodyPr>
          <a:lstStyle/>
          <a:p>
            <a:pPr algn="l"/>
            <a:r>
              <a:rPr lang="en-US" sz="3120" b="1" dirty="0">
                <a:solidFill>
                  <a:srgbClr val="222222"/>
                </a:solidFill>
              </a:rPr>
              <a:t>TERMINAL-DISTRIBUTOR Supply Planning Network (WIP)</a:t>
            </a:r>
            <a:endParaRPr sz="3120" b="1" dirty="0">
              <a:solidFill>
                <a:srgbClr val="222222"/>
              </a:solidFill>
            </a:endParaRPr>
          </a:p>
        </p:txBody>
      </p:sp>
      <p:sp>
        <p:nvSpPr>
          <p:cNvPr id="3" name="TextBox 2">
            <a:extLst>
              <a:ext uri="{FF2B5EF4-FFF2-40B4-BE49-F238E27FC236}">
                <a16:creationId xmlns:a16="http://schemas.microsoft.com/office/drawing/2014/main" id="{352D52B9-549E-E478-FF75-E8516FC63A95}"/>
              </a:ext>
            </a:extLst>
          </p:cNvPr>
          <p:cNvSpPr txBox="1"/>
          <p:nvPr/>
        </p:nvSpPr>
        <p:spPr>
          <a:xfrm>
            <a:off x="550546" y="1066800"/>
            <a:ext cx="11377294" cy="369332"/>
          </a:xfrm>
          <a:prstGeom prst="rect">
            <a:avLst/>
          </a:prstGeom>
          <a:noFill/>
        </p:spPr>
        <p:txBody>
          <a:bodyPr wrap="square" rtlCol="0">
            <a:spAutoFit/>
          </a:bodyPr>
          <a:lstStyle/>
          <a:p>
            <a:r>
              <a:rPr lang="en-US"/>
              <a:t>Data Set Insights – Targets and Item details</a:t>
            </a:r>
          </a:p>
        </p:txBody>
      </p:sp>
      <p:pic>
        <p:nvPicPr>
          <p:cNvPr id="6" name="Picture 5">
            <a:extLst>
              <a:ext uri="{FF2B5EF4-FFF2-40B4-BE49-F238E27FC236}">
                <a16:creationId xmlns:a16="http://schemas.microsoft.com/office/drawing/2014/main" id="{01AD3D65-417B-9317-8853-5AA7A0D01E89}"/>
              </a:ext>
            </a:extLst>
          </p:cNvPr>
          <p:cNvPicPr>
            <a:picLocks noChangeAspect="1"/>
          </p:cNvPicPr>
          <p:nvPr/>
        </p:nvPicPr>
        <p:blipFill>
          <a:blip r:embed="rId2"/>
          <a:stretch>
            <a:fillRect/>
          </a:stretch>
        </p:blipFill>
        <p:spPr>
          <a:xfrm>
            <a:off x="1402080" y="1711012"/>
            <a:ext cx="10924139" cy="5512180"/>
          </a:xfrm>
          <a:prstGeom prst="rect">
            <a:avLst/>
          </a:prstGeom>
        </p:spPr>
      </p:pic>
      <p:sp>
        <p:nvSpPr>
          <p:cNvPr id="7" name="Rectangle 6">
            <a:extLst>
              <a:ext uri="{FF2B5EF4-FFF2-40B4-BE49-F238E27FC236}">
                <a16:creationId xmlns:a16="http://schemas.microsoft.com/office/drawing/2014/main" id="{60EB91D8-1B78-04B5-1C8E-E94DA1FF1FCB}"/>
              </a:ext>
            </a:extLst>
          </p:cNvPr>
          <p:cNvSpPr/>
          <p:nvPr/>
        </p:nvSpPr>
        <p:spPr>
          <a:xfrm>
            <a:off x="11653520" y="6518588"/>
            <a:ext cx="1391920" cy="1121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CD22E7-C1CE-CFD5-73F5-3C515DF9F254}"/>
              </a:ext>
            </a:extLst>
          </p:cNvPr>
          <p:cNvSpPr/>
          <p:nvPr/>
        </p:nvSpPr>
        <p:spPr>
          <a:xfrm>
            <a:off x="6003234" y="1252330"/>
            <a:ext cx="854765" cy="43831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8058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F125-6930-01E7-7BE4-EEBB45DF67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18A675-3CF3-9092-75F0-C488648E0C92}"/>
              </a:ext>
            </a:extLst>
          </p:cNvPr>
          <p:cNvSpPr txBox="1"/>
          <p:nvPr/>
        </p:nvSpPr>
        <p:spPr>
          <a:xfrm>
            <a:off x="550546" y="219456"/>
            <a:ext cx="10676254" cy="572464"/>
          </a:xfrm>
          <a:prstGeom prst="rect">
            <a:avLst/>
          </a:prstGeom>
          <a:noFill/>
        </p:spPr>
        <p:txBody>
          <a:bodyPr wrap="square">
            <a:spAutoFit/>
          </a:bodyPr>
          <a:lstStyle/>
          <a:p>
            <a:pPr algn="l"/>
            <a:r>
              <a:rPr lang="en-US" sz="3120" b="1">
                <a:solidFill>
                  <a:srgbClr val="222222"/>
                </a:solidFill>
              </a:rPr>
              <a:t>Data Gaps</a:t>
            </a:r>
            <a:endParaRPr sz="3120" b="1">
              <a:solidFill>
                <a:srgbClr val="222222"/>
              </a:solidFill>
            </a:endParaRPr>
          </a:p>
        </p:txBody>
      </p:sp>
      <p:sp>
        <p:nvSpPr>
          <p:cNvPr id="3" name="TextBox 2">
            <a:extLst>
              <a:ext uri="{FF2B5EF4-FFF2-40B4-BE49-F238E27FC236}">
                <a16:creationId xmlns:a16="http://schemas.microsoft.com/office/drawing/2014/main" id="{8DE452FD-BF22-8E9A-259C-1A7E3AD9B06D}"/>
              </a:ext>
            </a:extLst>
          </p:cNvPr>
          <p:cNvSpPr txBox="1"/>
          <p:nvPr/>
        </p:nvSpPr>
        <p:spPr>
          <a:xfrm>
            <a:off x="550546" y="1066800"/>
            <a:ext cx="11377294" cy="4247317"/>
          </a:xfrm>
          <a:prstGeom prst="rect">
            <a:avLst/>
          </a:prstGeom>
          <a:noFill/>
        </p:spPr>
        <p:txBody>
          <a:bodyPr wrap="square" rtlCol="0">
            <a:spAutoFit/>
          </a:bodyPr>
          <a:lstStyle/>
          <a:p>
            <a:r>
              <a:rPr lang="en-US" b="1"/>
              <a:t>What we found:</a:t>
            </a:r>
          </a:p>
          <a:p>
            <a:r>
              <a:rPr lang="en-US"/>
              <a:t>Building this dataset gave us a clear picture of what exists, what was estimated, and what is missing. The good news: the gaps are well-defined and straightforward to fill.</a:t>
            </a:r>
          </a:p>
          <a:p>
            <a:endParaRPr lang="en-US"/>
          </a:p>
          <a:p>
            <a:endParaRPr lang="en-US"/>
          </a:p>
          <a:p>
            <a:r>
              <a:rPr lang="en-US" b="1"/>
              <a:t>How we close them:</a:t>
            </a:r>
          </a:p>
          <a:p>
            <a:r>
              <a:rPr lang="en-US"/>
              <a:t>We will provide a data request workbook with one tab per topic, pre-populated with our current estimates. Your team reviews, corrects, and confirms the values that only you know.</a:t>
            </a:r>
            <a:br>
              <a:rPr lang="en-US"/>
            </a:br>
            <a:endParaRPr lang="en-US"/>
          </a:p>
          <a:p>
            <a:r>
              <a:rPr lang="en-US"/>
              <a:t>The workbook covers: supplier lead times, IWT transit times, unit costs, safety stock policy, warehouse capacity, stock balances for APAC and NA depots, and any additional BOMs or kitting rules.</a:t>
            </a:r>
          </a:p>
          <a:p>
            <a:endParaRPr lang="en-US"/>
          </a:p>
          <a:p>
            <a:r>
              <a:rPr lang="en-US" b="1"/>
              <a:t>What happens next:</a:t>
            </a:r>
          </a:p>
          <a:p>
            <a:r>
              <a:rPr lang="en-US"/>
              <a:t>Once we receive the completed workbook, we regenerate the full planning model automatically. The more complete the data, the closer the output is to a production-quality plan.</a:t>
            </a:r>
          </a:p>
        </p:txBody>
      </p:sp>
      <p:sp>
        <p:nvSpPr>
          <p:cNvPr id="7" name="Rectangle 6">
            <a:extLst>
              <a:ext uri="{FF2B5EF4-FFF2-40B4-BE49-F238E27FC236}">
                <a16:creationId xmlns:a16="http://schemas.microsoft.com/office/drawing/2014/main" id="{89E14A77-41DD-9805-17D6-0BAB0D378D12}"/>
              </a:ext>
            </a:extLst>
          </p:cNvPr>
          <p:cNvSpPr/>
          <p:nvPr/>
        </p:nvSpPr>
        <p:spPr>
          <a:xfrm>
            <a:off x="11653520" y="6518588"/>
            <a:ext cx="1391920" cy="1121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7DD669-522C-1DA5-32AB-7B0DAFF433C1}"/>
              </a:ext>
            </a:extLst>
          </p:cNvPr>
          <p:cNvPicPr>
            <a:picLocks noChangeAspect="1"/>
          </p:cNvPicPr>
          <p:nvPr/>
        </p:nvPicPr>
        <p:blipFill>
          <a:blip r:embed="rId2"/>
          <a:stretch>
            <a:fillRect/>
          </a:stretch>
        </p:blipFill>
        <p:spPr>
          <a:xfrm>
            <a:off x="3671532" y="5588997"/>
            <a:ext cx="9373908" cy="1476581"/>
          </a:xfrm>
          <a:prstGeom prst="rect">
            <a:avLst/>
          </a:prstGeom>
        </p:spPr>
      </p:pic>
    </p:spTree>
    <p:extLst>
      <p:ext uri="{BB962C8B-B14F-4D97-AF65-F5344CB8AC3E}">
        <p14:creationId xmlns:p14="http://schemas.microsoft.com/office/powerpoint/2010/main" val="2716921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56DB2-18FC-A9A3-422E-F982C9DE81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AF508A-A322-BB97-D915-BFEF8183CA43}"/>
              </a:ext>
            </a:extLst>
          </p:cNvPr>
          <p:cNvSpPr txBox="1"/>
          <p:nvPr/>
        </p:nvSpPr>
        <p:spPr>
          <a:xfrm>
            <a:off x="550546" y="219456"/>
            <a:ext cx="10676254" cy="572464"/>
          </a:xfrm>
          <a:prstGeom prst="rect">
            <a:avLst/>
          </a:prstGeom>
          <a:noFill/>
        </p:spPr>
        <p:txBody>
          <a:bodyPr wrap="square">
            <a:spAutoFit/>
          </a:bodyPr>
          <a:lstStyle/>
          <a:p>
            <a:pPr algn="l"/>
            <a:r>
              <a:rPr lang="en-US" sz="3120" b="1" dirty="0">
                <a:solidFill>
                  <a:srgbClr val="222222"/>
                </a:solidFill>
              </a:rPr>
              <a:t>Planning TERMINAL-DISTRIBUTOR Data - DEMO</a:t>
            </a:r>
            <a:endParaRPr sz="3120" b="1" dirty="0">
              <a:solidFill>
                <a:srgbClr val="222222"/>
              </a:solidFill>
            </a:endParaRPr>
          </a:p>
        </p:txBody>
      </p:sp>
      <p:sp>
        <p:nvSpPr>
          <p:cNvPr id="3" name="TextBox 2">
            <a:extLst>
              <a:ext uri="{FF2B5EF4-FFF2-40B4-BE49-F238E27FC236}">
                <a16:creationId xmlns:a16="http://schemas.microsoft.com/office/drawing/2014/main" id="{2DF90D78-D6F1-B657-DA2D-9836FF33AA59}"/>
              </a:ext>
            </a:extLst>
          </p:cNvPr>
          <p:cNvSpPr txBox="1"/>
          <p:nvPr/>
        </p:nvSpPr>
        <p:spPr>
          <a:xfrm>
            <a:off x="550546" y="1066800"/>
            <a:ext cx="11377294" cy="4455835"/>
          </a:xfrm>
          <a:prstGeom prst="rect">
            <a:avLst/>
          </a:prstGeom>
          <a:noFill/>
        </p:spPr>
        <p:txBody>
          <a:bodyPr wrap="square" rtlCol="0">
            <a:spAutoFit/>
          </a:bodyPr>
          <a:lstStyle/>
          <a:p>
            <a:pPr marL="342900" indent="-342900">
              <a:lnSpc>
                <a:spcPct val="150000"/>
              </a:lnSpc>
              <a:buAutoNum type="arabicPeriod"/>
            </a:pPr>
            <a:r>
              <a:rPr lang="en-US" sz="2400" dirty="0"/>
              <a:t>Network Overview</a:t>
            </a:r>
          </a:p>
          <a:p>
            <a:pPr marL="800100" lvl="1" indent="-342900">
              <a:lnSpc>
                <a:spcPct val="150000"/>
              </a:lnSpc>
              <a:buFont typeface="Arial" panose="020B0604020202020204" pitchFamily="34" charset="0"/>
              <a:buChar char="•"/>
            </a:pPr>
            <a:r>
              <a:rPr lang="en-US" sz="2400" dirty="0"/>
              <a:t>TERMINAL-DISTRIBUTOR data in e2open</a:t>
            </a:r>
          </a:p>
          <a:p>
            <a:pPr marL="342900" indent="-342900">
              <a:lnSpc>
                <a:spcPct val="150000"/>
              </a:lnSpc>
              <a:buAutoNum type="arabicPeriod"/>
            </a:pPr>
            <a:r>
              <a:rPr lang="en-US" sz="2400" dirty="0"/>
              <a:t>Inventory Projections</a:t>
            </a:r>
          </a:p>
          <a:p>
            <a:pPr marL="800100" lvl="1" indent="-342900">
              <a:lnSpc>
                <a:spcPct val="150000"/>
              </a:lnSpc>
              <a:buFont typeface="Arial" panose="020B0604020202020204" pitchFamily="34" charset="0"/>
              <a:buChar char="•"/>
            </a:pPr>
            <a:r>
              <a:rPr lang="en-US" sz="2400" dirty="0"/>
              <a:t>Inventory visibility for planning</a:t>
            </a:r>
          </a:p>
          <a:p>
            <a:pPr marL="342900" indent="-342900">
              <a:lnSpc>
                <a:spcPct val="150000"/>
              </a:lnSpc>
              <a:buAutoNum type="arabicPeriod"/>
            </a:pPr>
            <a:r>
              <a:rPr lang="en-US" sz="2400" dirty="0"/>
              <a:t>Target Inventory</a:t>
            </a:r>
          </a:p>
          <a:p>
            <a:pPr marL="800100" lvl="1" indent="-342900">
              <a:lnSpc>
                <a:spcPct val="150000"/>
              </a:lnSpc>
              <a:buFont typeface="Arial" panose="020B0604020202020204" pitchFamily="34" charset="0"/>
              <a:buChar char="•"/>
            </a:pPr>
            <a:r>
              <a:rPr lang="en-US" sz="2400" dirty="0"/>
              <a:t>Target inventories and their effect in planning</a:t>
            </a:r>
          </a:p>
          <a:p>
            <a:pPr marL="342900" indent="-342900">
              <a:lnSpc>
                <a:spcPct val="150000"/>
              </a:lnSpc>
              <a:buAutoNum type="arabicPeriod"/>
            </a:pPr>
            <a:r>
              <a:rPr lang="en-US" sz="2400" dirty="0"/>
              <a:t>Generate Supply Plan</a:t>
            </a:r>
          </a:p>
          <a:p>
            <a:pPr marL="800100" lvl="1" indent="-342900">
              <a:lnSpc>
                <a:spcPct val="150000"/>
              </a:lnSpc>
              <a:buFont typeface="Arial" panose="020B0604020202020204" pitchFamily="34" charset="0"/>
              <a:buChar char="•"/>
            </a:pPr>
            <a:r>
              <a:rPr lang="en-US" sz="2400" dirty="0"/>
              <a:t>What should we order/ship?</a:t>
            </a:r>
          </a:p>
        </p:txBody>
      </p:sp>
      <p:sp>
        <p:nvSpPr>
          <p:cNvPr id="7" name="Rectangle 6">
            <a:extLst>
              <a:ext uri="{FF2B5EF4-FFF2-40B4-BE49-F238E27FC236}">
                <a16:creationId xmlns:a16="http://schemas.microsoft.com/office/drawing/2014/main" id="{904B8FEA-031C-946B-0DAC-DA675940E679}"/>
              </a:ext>
            </a:extLst>
          </p:cNvPr>
          <p:cNvSpPr/>
          <p:nvPr/>
        </p:nvSpPr>
        <p:spPr>
          <a:xfrm>
            <a:off x="11653520" y="6518588"/>
            <a:ext cx="1391920" cy="1121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0660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DSMENUDOCLEVELBTNSTATES" val="&lt;btnStates&gt;&lt;btn tag=&quot;1001&quot; state=&quot;UP&quot;/&gt;&lt;/btnStates&gt;&#10;"/>
  <p:tag name="TAGS" val="&lt;tags&gt;&lt;tag n=&quot;ColorScheme&quot; v=&quot;0&quot; /&gt;&lt;tag n=&quot;FssSaveTime&quot; v=&quot;00:00:00&quot; /&gt;&lt;tag n=&quot;FssPath&quot; v=&quot;&quot; /&gt;&lt;tag n=&quot;FssId&quot; v=&quot;&quot; /&gt;&lt;tag n=&quot;FssVersion&quot; v=&quot;&quot; /&gt;&lt;tag n=&quot;Disclaimers&quot; v=&quot;&quot; /&gt;&lt;tag n=&quot;Language&quot; v=&quot;ENG&quot; /&gt;&lt;tag n=&quot;DatePrefix&quot; v=&quot;False&quot; /&gt;&lt;tag n=&quot;Date&quot; v=&quot;August 2014&quot; /&gt;&lt;tag n=&quot;OrgPrefix&quot; v=&quot;False&quot; /&gt;&lt;tag n=&quot;OrgUnit&quot; v=&quot;&quot; /&gt;&lt;tag n=&quot;ProdPrefix&quot; v=&quot;False&quot; /&gt;&lt;tag n=&quot;ProducedBy&quot; v=&quot;&quot; /&gt;&lt;tag n=&quot;DisclaimerVer&quot; v=&quot;4.1.3.0&quot; /&gt;&lt;tag n=&quot;Confidential&quot; v=&quot;False&quot; /&gt;&lt;tag n=&quot;Draft&quot; v=&quot;False&quot; /&gt;&lt;tag n=&quot;Internal&quot; v=&quot;False&quot; /&gt;&lt;tag n=&quot;HasFilename&quot; v=&quot;True&quot; /&gt;&lt;tag n=&quot;HasDate&quot; v=&quot;True&quot; /&gt;&lt;tag n=&quot;HasTime&quot; v=&quot;True&quot; /&gt;&lt;tag n=&quot;XlPalette&quot; v=&quot;6830080,16711680,9001765,12948158,4103412,16048295,11769976,9816998,0,10373522,12370376,15584108,5362431,5155178,12370376,12370376,9001765,8291985,2952861,15584108,10373522,12370376,5155178,4103412,11769976,7501278,16048295,12948158,9159928,9816998,8248831,2541567,9159928,12115395,14202579,16313028,11720699,13746866,11069951,11974635,6664438,7453320,15848841,7501278,4274370,16777215,2541567,16777215,14409699,11627944,15725045,16777215,2952861,8248831,10133930,8291985&quot; /&gt;&lt;/tags&gt;"/>
  <p:tag name="ENGAGE" val="{&quot;SavedSwatch&quot;:&quot;-16748873|-10780376|-3468525|-5151986|-9539986|Markido&quot;,&quot;Id&quot;:&quot;601872d24146434dacb9ee52&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e2open2022June">
  <a:themeElements>
    <a:clrScheme name="e2open 1">
      <a:dk1>
        <a:srgbClr val="282828"/>
      </a:dk1>
      <a:lt1>
        <a:srgbClr val="FFFFFF"/>
      </a:lt1>
      <a:dk2>
        <a:srgbClr val="282828"/>
      </a:dk2>
      <a:lt2>
        <a:srgbClr val="EBEBEB"/>
      </a:lt2>
      <a:accent1>
        <a:srgbClr val="517122"/>
      </a:accent1>
      <a:accent2>
        <a:srgbClr val="1E5B67"/>
      </a:accent2>
      <a:accent3>
        <a:srgbClr val="4D3075"/>
      </a:accent3>
      <a:accent4>
        <a:srgbClr val="8E7028"/>
      </a:accent4>
      <a:accent5>
        <a:srgbClr val="CCCCCC"/>
      </a:accent5>
      <a:accent6>
        <a:srgbClr val="EBEBEB"/>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2open2022June" id="{BD069842-3F4A-4958-BB84-8A4919AE33C8}" vid="{801E3F07-DF17-4DB0-B6BC-F45159F44BE9}"/>
    </a:ext>
  </a:extLst>
</a:theme>
</file>

<file path=ppt/theme/theme2.xml><?xml version="1.0" encoding="utf-8"?>
<a:theme xmlns:a="http://schemas.openxmlformats.org/drawingml/2006/main" name="1_e2open_custom">
  <a:themeElements>
    <a:clrScheme name="e2open">
      <a:dk1>
        <a:srgbClr val="282828"/>
      </a:dk1>
      <a:lt1>
        <a:srgbClr val="FFFFFF"/>
      </a:lt1>
      <a:dk2>
        <a:srgbClr val="282828"/>
      </a:dk2>
      <a:lt2>
        <a:srgbClr val="CCCCCC"/>
      </a:lt2>
      <a:accent1>
        <a:srgbClr val="517222"/>
      </a:accent1>
      <a:accent2>
        <a:srgbClr val="1E5B67"/>
      </a:accent2>
      <a:accent3>
        <a:srgbClr val="4D3075"/>
      </a:accent3>
      <a:accent4>
        <a:srgbClr val="8E7029"/>
      </a:accent4>
      <a:accent5>
        <a:srgbClr val="CCCCCC"/>
      </a:accent5>
      <a:accent6>
        <a:srgbClr val="EBEBEB"/>
      </a:accent6>
      <a:hlink>
        <a:srgbClr val="7239A4"/>
      </a:hlink>
      <a:folHlink>
        <a:srgbClr val="B9ACE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edium Sage">
      <a:srgbClr val="80994D"/>
    </a:custClr>
    <a:custClr name="Light Sage">
      <a:srgbClr val="A3CA8C"/>
    </a:custClr>
    <a:custClr name="Medium Cadet">
      <a:srgbClr val="3D8080"/>
    </a:custClr>
    <a:custClr name="Light Cadet">
      <a:srgbClr val="97BABA"/>
    </a:custClr>
    <a:custClr name="Medium Violet">
      <a:srgbClr val="7239A4"/>
    </a:custClr>
    <a:custClr name="Light Violet">
      <a:srgbClr val="B9ACE8"/>
    </a:custClr>
    <a:custClr name="Medium Gold">
      <a:srgbClr val="C69A3F"/>
    </a:custClr>
    <a:custClr name="Light Gold">
      <a:srgbClr val="E8CE96"/>
    </a:custClr>
  </a:custClrLst>
  <a:extLst>
    <a:ext uri="{05A4C25C-085E-4340-85A3-A5531E510DB2}">
      <thm15:themeFamily xmlns:thm15="http://schemas.microsoft.com/office/thememl/2012/main" name="e2open_custom" id="{55C57B7D-8C9C-C545-975D-075DA0CA8D1E}" vid="{D260AD6D-04FB-B449-9F2E-25628479C11C}"/>
    </a:ext>
  </a:extLst>
</a:theme>
</file>

<file path=ppt/theme/theme3.xml><?xml version="1.0" encoding="utf-8"?>
<a:theme xmlns:a="http://schemas.openxmlformats.org/drawingml/2006/main" name="2_e2open_custom">
  <a:themeElements>
    <a:clrScheme name="e2open">
      <a:dk1>
        <a:srgbClr val="282828"/>
      </a:dk1>
      <a:lt1>
        <a:srgbClr val="FFFFFF"/>
      </a:lt1>
      <a:dk2>
        <a:srgbClr val="282828"/>
      </a:dk2>
      <a:lt2>
        <a:srgbClr val="CCCCCC"/>
      </a:lt2>
      <a:accent1>
        <a:srgbClr val="517222"/>
      </a:accent1>
      <a:accent2>
        <a:srgbClr val="1E5B67"/>
      </a:accent2>
      <a:accent3>
        <a:srgbClr val="4D3075"/>
      </a:accent3>
      <a:accent4>
        <a:srgbClr val="8E7029"/>
      </a:accent4>
      <a:accent5>
        <a:srgbClr val="CCCCCC"/>
      </a:accent5>
      <a:accent6>
        <a:srgbClr val="EBEBEB"/>
      </a:accent6>
      <a:hlink>
        <a:srgbClr val="7239A4"/>
      </a:hlink>
      <a:folHlink>
        <a:srgbClr val="B9ACE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edium Sage">
      <a:srgbClr val="80994D"/>
    </a:custClr>
    <a:custClr name="Light Sage">
      <a:srgbClr val="A3CA8C"/>
    </a:custClr>
    <a:custClr name="Medium Cadet">
      <a:srgbClr val="3D8080"/>
    </a:custClr>
    <a:custClr name="Light Cadet">
      <a:srgbClr val="97BABA"/>
    </a:custClr>
    <a:custClr name="Medium Violet">
      <a:srgbClr val="7239A4"/>
    </a:custClr>
    <a:custClr name="Light Violet">
      <a:srgbClr val="B9ACE8"/>
    </a:custClr>
    <a:custClr name="Medium Gold">
      <a:srgbClr val="C69A3F"/>
    </a:custClr>
    <a:custClr name="Light Gold">
      <a:srgbClr val="E8CE96"/>
    </a:custClr>
  </a:custClrLst>
  <a:extLst>
    <a:ext uri="{05A4C25C-085E-4340-85A3-A5531E510DB2}">
      <thm15:themeFamily xmlns:thm15="http://schemas.microsoft.com/office/thememl/2012/main" name="e2openWSG PPT Template" id="{C7E04C24-BBF2-DD49-8475-00F71BB2C8E9}" vid="{B3A0966C-B1B5-AE4D-9C53-0243E11D187F}"/>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70181A599A5E45AA3CE37EEEF95D9D" ma:contentTypeVersion="15" ma:contentTypeDescription="Create a new document." ma:contentTypeScope="" ma:versionID="f5f844c2724187360a04db18c483428b">
  <xsd:schema xmlns:xsd="http://www.w3.org/2001/XMLSchema" xmlns:xs="http://www.w3.org/2001/XMLSchema" xmlns:p="http://schemas.microsoft.com/office/2006/metadata/properties" xmlns:ns2="80246053-959d-44a1-b9e9-f7907b4b39fe" xmlns:ns3="5aed2287-fa6c-4d1c-8460-e30277ab2b55" targetNamespace="http://schemas.microsoft.com/office/2006/metadata/properties" ma:root="true" ma:fieldsID="604d412ef750d7543c96545fc75363aa" ns2:_="" ns3:_="">
    <xsd:import namespace="80246053-959d-44a1-b9e9-f7907b4b39fe"/>
    <xsd:import namespace="5aed2287-fa6c-4d1c-8460-e30277ab2b5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246053-959d-44a1-b9e9-f7907b4b39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87a0c246-2b9a-4803-bf7a-7047289fd93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ed2287-fa6c-4d1c-8460-e30277ab2b5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a29c307-0422-4b31-b29a-2bb3f4a63beb}" ma:internalName="TaxCatchAll" ma:showField="CatchAllData" ma:web="5aed2287-fa6c-4d1c-8460-e30277ab2b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aed2287-fa6c-4d1c-8460-e30277ab2b55" xsi:nil="true"/>
    <lcf76f155ced4ddcb4097134ff3c332f xmlns="80246053-959d-44a1-b9e9-f7907b4b39f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0584449-E70D-4BB2-80DE-96A3FBD10E4D}">
  <ds:schemaRefs>
    <ds:schemaRef ds:uri="5aed2287-fa6c-4d1c-8460-e30277ab2b55"/>
    <ds:schemaRef ds:uri="80246053-959d-44a1-b9e9-f7907b4b39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17678FB-436B-4B65-99BB-AA9E57309F48}">
  <ds:schemaRefs>
    <ds:schemaRef ds:uri="http://schemas.microsoft.com/sharepoint/v3/contenttype/forms"/>
  </ds:schemaRefs>
</ds:datastoreItem>
</file>

<file path=customXml/itemProps3.xml><?xml version="1.0" encoding="utf-8"?>
<ds:datastoreItem xmlns:ds="http://schemas.openxmlformats.org/officeDocument/2006/customXml" ds:itemID="{3E7B30BE-2213-41F0-8421-EC6D41DF18E2}">
  <ds:schemaRefs>
    <ds:schemaRef ds:uri="5aed2287-fa6c-4d1c-8460-e30277ab2b55"/>
    <ds:schemaRef ds:uri="80246053-959d-44a1-b9e9-f7907b4b39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8b493985-e1b4-4b95-ade6-98acafdbdb01}" enabled="0" method="" siteId="{8b493985-e1b4-4b95-ade6-98acafdbdb01}" removed="1"/>
</clbl:labelList>
</file>

<file path=docProps/app.xml><?xml version="1.0" encoding="utf-8"?>
<Properties xmlns="http://schemas.openxmlformats.org/officeDocument/2006/extended-properties" xmlns:vt="http://schemas.openxmlformats.org/officeDocument/2006/docPropsVTypes">
  <Template>e2open2022June</Template>
  <TotalTime>82</TotalTime>
  <Words>2903</Words>
  <Application>Microsoft Office PowerPoint</Application>
  <PresentationFormat>Custom</PresentationFormat>
  <Paragraphs>582</Paragraphs>
  <Slides>26</Slides>
  <Notes>10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Arial</vt:lpstr>
      <vt:lpstr>Graphik Regular</vt:lpstr>
      <vt:lpstr>Graphik-Light</vt:lpstr>
      <vt:lpstr>Graphik-Semibold</vt:lpstr>
      <vt:lpstr>Helvetica</vt:lpstr>
      <vt:lpstr>Poppins</vt:lpstr>
      <vt:lpstr>System Font Regular</vt:lpstr>
      <vt:lpstr>Wingdings</vt:lpstr>
      <vt:lpstr>e2open2022June</vt:lpstr>
      <vt:lpstr>1_e2open_custom</vt:lpstr>
      <vt:lpstr>2_e2open_custom</vt:lpstr>
      <vt:lpstr>TERMINAL-DISTRIBUTOR - Inventory Management - Architecture </vt:lpstr>
      <vt:lpstr>DATA FLOW – POC 1 of 2</vt:lpstr>
      <vt:lpstr>  Payment Terminal State (at Serial Number level)</vt:lpstr>
      <vt:lpstr>TERMINAL-DISTRIBUTOR – RACI table </vt:lpstr>
      <vt:lpstr>  POC Terminal State (Detected in POC)</vt:lpstr>
      <vt:lpstr>Detailed Data Mapping - POC</vt:lpstr>
      <vt:lpstr>Data views &amp; Use cases </vt:lpstr>
      <vt:lpstr>IMS Demo </vt:lpstr>
      <vt:lpstr>PowerPoint Presentation</vt:lpstr>
      <vt:lpstr>PowerPoint Presentation</vt:lpstr>
      <vt:lpstr>Planning &amp; MD</vt:lpstr>
      <vt:lpstr>Supply Planning with e2open</vt:lpstr>
      <vt:lpstr>Building the foundations for TERMINAL-DISTRIBUTOR + e2open planning</vt:lpstr>
      <vt:lpstr>Building the foundations for TERMINAL-DISTRIBUTOR + e2open planning</vt:lpstr>
      <vt:lpstr>Data requirements for optimal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Carisa Husak;johannes.hangl@e2open.com</dc:creator>
  <cp:lastModifiedBy>Jakub Ctvrtnicek</cp:lastModifiedBy>
  <cp:revision>2</cp:revision>
  <cp:lastPrinted>2025-10-29T13:25:12Z</cp:lastPrinted>
  <dcterms:created xsi:type="dcterms:W3CDTF">2007-02-26T19:27:55Z</dcterms:created>
  <dcterms:modified xsi:type="dcterms:W3CDTF">2026-05-18T10:17:49Z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RibbonPointer">
    <vt:lpwstr>6476444</vt:lpwstr>
  </property>
  <property fmtid="{D5CDD505-2E9C-101B-9397-08002B2CF9AE}" pid="4" name="_SIProp12DataClass+9d401f75-6608-41d3-bd1f-efe1542cdc01">
    <vt:lpwstr>v=1.2&gt;I=9d401f75-6608-41d3-bd1f-efe1542cdc01&amp;N=Confidential&amp;V=1.3&amp;U=S-1-5-21-1828601920-3511188894-431489442-824168&amp;D=Daugherty%2c+Forrest+(BXAA)+IBCM&amp;A=Associated&amp;H=False</vt:lpwstr>
  </property>
  <property fmtid="{D5CDD505-2E9C-101B-9397-08002B2CF9AE}" pid="5" name="Classification">
    <vt:lpwstr>Confidential</vt:lpwstr>
  </property>
  <property fmtid="{D5CDD505-2E9C-101B-9397-08002B2CF9AE}" pid="6" name="Solutions">
    <vt:lpwstr/>
  </property>
  <property fmtid="{D5CDD505-2E9C-101B-9397-08002B2CF9AE}" pid="7" name="DocType">
    <vt:lpwstr>11;#Case Study|524d7e27-49d4-4495-b337-cba590e0598c</vt:lpwstr>
  </property>
  <property fmtid="{D5CDD505-2E9C-101B-9397-08002B2CF9AE}" pid="8" name="Customer">
    <vt:lpwstr/>
  </property>
  <property fmtid="{D5CDD505-2E9C-101B-9397-08002B2CF9AE}" pid="9" name="ContentTypeId">
    <vt:lpwstr>0x0101007670181A599A5E45AA3CE37EEEF95D9D</vt:lpwstr>
  </property>
  <property fmtid="{D5CDD505-2E9C-101B-9397-08002B2CF9AE}" pid="10" name="MediaServiceImageTags">
    <vt:lpwstr/>
  </property>
</Properties>
</file>